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32"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170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RealMe Studio, a tool that turns your slides into a narrated lecture video, in your own voice. You record yourself once, for about a minute. After that, any slide deck you give it comes back as a finished video: your slides, your narration, spoken in a voice cloned from that recording, with captions and chapter marks. And yes, the voice you are hearing right now was made exactly that way. In the next few minutes I will show you what it does, how to set it up, and the workflow that keeps it cheap and keeps you in control of every word.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RealMe does three things with that one recording. The first, and the main one, is lectures. A slide deck becomes a narrated video, and when you revise the deck later, only the slides that changed are spoken again. The second is reading text aloud. Paste a paragraph or give it a document, and it comes back as audio with captions. The third is conversations. A topic or a paper becomes a two-voice podcast or debate between you and a second speaker. And there are tools around the edges: you can play a video between two slides, such as an animated explainer, and you can split a long lecture into parts or join sections from different lectures.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you need before you start. A Windows computer, and Miniconda or Anaconda, because the one thing a zip file cannot carry is Python itself. A Gemini API key from Google AI Studio, on a project that is linked to a billing account. That key drafts the narration, and it also speaks it in your cloned voice. Your slides as a PDF. In PowerPoint, that is File, Save As, PDF. And a quiet room with a decent microphone. What you do not need is just as important. No graphics card, no compiler, and no audio software. About two gigabytes of disk is plenty.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Installing takes three double-clicks, all in the folder called Windows, at the top of the RealMe folder. First, the file numbered one, Install. It creates the Python environment and installs RealMe, the media tools and three free draft voices. It takes a few minutes, and if you run it again later it keeps what already works. At the end it asks you one question: do you want RealMe to speak in your own cloned voice? Choose Gemini, choose the free local clone, or choose no clone at all, and the free draft voices will read your lectures. You can change your mind any time. Second, the file numbered two, Set Key. Paste your Gemini key. It is stored in your own data folder, not in the program folder, so an update never touches it. Third, the file numbered four, Start Studio. The Studio opens in your web browser. It looks like a website, but nothing is online. The page is served by a small program on your own computer. From now on, this third step is the only one you need. A word about the free local clone, called Qwen 3 CPP. It costs nothing to record with, nothing leaves your computer, and on a modern desktop it records about as fast as you speak: an hour of lecture in about an hour. It runs on RealMe's own revised version of an open-source voice engine. A RealMe package usually carries it, ready to run. If yours does not, the file numbered three, Get Voice Engine, builds it, once Microsoft's free Build Tools are installed.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Studio. Across the top are six tabs: Lecture, Narrate Text, Podcast and Debate, Twin Setup, Tools and Help. On the right are status pills. Green means ready. If something is missing, the pill says what to do, for example, no Gemini key, run Set Key. And if a step goes wrong, the message beside the button says what happened in plain words. Underneath it, a fold called Technical details holds the part to send me if you need help. Long jobs run in the background, and the Activity corner at the top right says what is happening right now: drafting the narration, recording slide three of twelve, creating the video, and when it is done. You can close the browser while a lecture renders. The job keeps going, and the log is still there when you come back.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chose a cloned voice, this is the step everything else depends on. Go to Twin Setup, and find Your voice. Choose a recording of thirty to sixty seconds of yourself reading something you have the text of. Then paste the words you read into the box called What you read, and press Save the text. Read the way you actually lecture. Not slowly, and not in a careful performance voice, because the clone reproduces exactly what you give it. One sitting, one room, one microphone. When you upload the recording, the page checks it: the length, the level, and the background noise. If it says record again, record again. It is far cheaper now than after a full lecture. When it is right, press Save this voice.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chose Gemini, then on the same tab, create the Gemini cloned voice. The local clone needs only the recording you just made. Tick the box that says your key bills to a paid project. This matters. On the free tier, Google's terms allow people to review what you send, and a recording of your voice is personal information. Next, record the consent sentence Google requires, in the same room and on the same microphone as before. Then press Create the cloned voice. Until everything it needs is there, the button stays grey, and the line under it says what is still missing. The clone lives in your Google project. Every lecture after this speaks in it, and the status pill at the top changes to your voice.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idea I would most like you to keep. The work goes cheap first and expensive last, and every step exists to catch a mistake before the expensive one. Drafting the narration is one model call and a few seconds. Reading and editing it costs nothing, and it is the step that decides whether the video is any good. Hearing one line takes seconds. A draft render in a free voice checks the timing. Only the final render, in your own voice, costs money, and even then, about a dollar for an hour of lecture. So, iterate with the draft, and record once in your own voice.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Lecture tab you start from one of four cards. Open a lecture, to read, edit or re-record one you already made. New from a deck, where a model drafts the narration for you. New with my notes, when you have already written what you want to say. And Revise a lecture, when you have a new version of a deck that was already recorded. The slides always go in as a PDF. If you upload a PowerPoint file on a computer without LibreOffice, RealMe tells you straight away that the PowerPoint file cannot be used here, and asks for the PDF version instead.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draft from a deck, choose the PDF, then fill in two boxes. Course context: who the students are and where they are in the term. For example, second-year master's students, week four of fourteen, they know regression but not causal diagrams. And your teaching voice: how you talk. For example, dry and precise, worked examples over abstraction, I never read a bullet aloud. Those two sentences change the result more than any model setting. Pick how long the narration should be per slide, and press Draft narration. A first version arrives for every slide in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editor, and it is where your time is best spent. The slide list on the left takes you to any slide. Each slide shows its picture, its narration, its word count and an estimate of how long it will take to say. Cue words, separated by semicolons, are highlighted on the slide at the moment you say them, so students can see what you are talking about. And Hear first line plays the start of that slide in your voice, so you can check a pronunciation in seconds. Every edit here is free. Every word below this point costs money and minutes. So fix things 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habits make the narration read well. Write numbers the way you would say them. Acronyms are spelled out letter by letter by default, which is right most of the time. A term that is said as a word rather than spelled, such as the name of a survey, gets one entry in the pronunciation list on the Tools tab, and it is right in every lecture after that. Equations written in LaTeX are read aloud as mathematics, so x bar is x bar. And delivery markers, like pause, emphasis or slow, written in double square brackets, are instructions to the voice. They are never spoken and never appear in the captions.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 slides are the voice, timing and recording options. Speed of this voice is saved for each voice separately. You might make one draft voice fifteen percent faster and your own voice three percent slower, and that setting follows the voice everywhere. Between sentences sets the pauses. Before and after each slide set the silence at each slide change, three seconds by default. None of these records anything again. They re-time what is already recorded, so changing them is free. At the bottom is the render bar. Its Recording menu says in plain words which voice will speak: your voice, or a draft voice such as Amy or Ryan. If your own voice is not ready yet, it starts on a draft voice and says why. Beside it is what the render will cost, and the Render video button.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press Render, you get a video file, captions in two formats, and a chapter list with one chapter per slide, ready for a video platform. Render with a draft voice first if the words are not settled yet. A draft is saved separately and can never overwrite the real one. And renders are incremental. Every sentence that has already been spoken, with the same words and the same voice, is reused. So when you fix one slide and render again, only that slide is recorded, and you only pay for that slide. If a render stops partway, start it again, and it continues from where it stopped.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term, the slides change. Choose Revise a lecture, pick the lecture, and give it the new PDF. RealMe compares the new deck with the old one, slide by slide. Narration follows its slide, and every slide is marked as new, edited, moved or unchanged. You write narration only for what is new, check what was edited, and render. Because recorded sentences are reused, a revised lecture usually costs a few cents, not a whole new recording.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tab holds the rest. Insert a video plays a clip between two slides. It might be an animated explainer, a screen recording or a short demonstration. The lecture remembers it, so every later render puts it back in its place, and its captions and chapters follow it. Split a video cuts a long lecture into parts at exact slide boundaries. Join videos does the reverse, and puts sections from different lectures together. Pronunciations, the lexicon I mentioned, is here too.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tabs use the same voice. Narrate Text reads anything aloud. Paste a paragraph or choose a text, Markdown or Word file, and it comes back as audio with captions. It is also the quickest way to test a pronunciation. Podcast and Debate turns a topic or a paper into a conversation between your voice and a second speaker. Choose an academic debate, a Socratic dialogue or an expert interview, and how many turns. As with lectures, you read the script before anything is spoken.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word on cost and privacy. The text of your slides goes to Google once, to draft the narration. When you render in your cloned voice, the narration goes to Google to be spoken, at about a dollar for an hour of lecture. Use a paid project, for the reason I gave earlier. If you would rather pay nothing, the free local clone, Qwen 3 CPP, records at no cost, at about the speed of speech on a desktop computer, and then even the narration stays on your computer. And the draft voices cost nothing at all. Everything else, your recordings, projects and videos, stays in your own data folder. And be open with your students. Twin Setup holds a short disclosure sentence, saying that the lecture was narrated with a synthetic voice of the instructor, from a script the instructor wrote and approved. Say it at the start of every lecture.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 is the whole tour. To recap: install with three double-clicks, record your voice once, draft, read and fix, hear a line, and then render. The Help tab inside the Studio covers every screen, and the file called Start Here, in the RealMe folder, is the full guide. Your own material lives in the RealMe Studio folder in your user folder, and updates never touch it. If you get stuck, just ask me. Start with a short deck, five or six slides, and see how it sounds. Thank you for watching.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D6A62"/>
          </a:solidFill>
          <a:ln/>
        </p:spPr>
      </p:sp>
      <p:sp>
        <p:nvSpPr>
          <p:cNvPr id="3" name="Text 1"/>
          <p:cNvSpPr/>
          <p:nvPr/>
        </p:nvSpPr>
        <p:spPr>
          <a:xfrm>
            <a:off x="548640" y="6419088"/>
            <a:ext cx="5486400" cy="274320"/>
          </a:xfrm>
          <a:prstGeom prst="rect">
            <a:avLst/>
          </a:prstGeom>
          <a:noFill/>
          <a:ln/>
        </p:spPr>
        <p:txBody>
          <a:bodyPr wrap="square" rtlCol="0" anchor="ctr"/>
          <a:lstStyle/>
          <a:p>
            <a:pPr marL="0" indent="0">
              <a:buNone/>
            </a:pPr>
            <a:r>
              <a:rPr lang="en-US" sz="1000" dirty="0">
                <a:solidFill>
                  <a:srgbClr val="7D8F95"/>
                </a:solidFill>
              </a:rPr>
              <a:t>RealMe Studio  ·  Guide v4</a:t>
            </a:r>
            <a:endParaRPr lang="en-US" sz="10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201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731520" y="1874520"/>
            <a:ext cx="1005840" cy="73152"/>
          </a:xfrm>
          <a:prstGeom prst="rect">
            <a:avLst/>
          </a:prstGeom>
          <a:solidFill>
            <a:srgbClr val="6FD3C2"/>
          </a:solidFill>
          <a:ln/>
        </p:spPr>
        <p:txBody>
          <a:bodyPr/>
          <a:lstStyle/>
          <a:p>
            <a:endParaRPr lang="en-US"/>
          </a:p>
        </p:txBody>
      </p:sp>
      <p:sp>
        <p:nvSpPr>
          <p:cNvPr id="4" name="Text 1"/>
          <p:cNvSpPr txBox="1"/>
          <p:nvPr/>
        </p:nvSpPr>
        <p:spPr>
          <a:xfrm>
            <a:off x="731520" y="2103120"/>
            <a:ext cx="1005840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RealMe Studio</a:t>
            </a:r>
            <a:endParaRPr lang="en-US" sz="5400" dirty="0"/>
          </a:p>
        </p:txBody>
      </p:sp>
      <p:sp>
        <p:nvSpPr>
          <p:cNvPr id="5" name="Text 2"/>
          <p:cNvSpPr txBox="1"/>
          <p:nvPr/>
        </p:nvSpPr>
        <p:spPr>
          <a:xfrm>
            <a:off x="731520" y="3108960"/>
            <a:ext cx="10058400" cy="640080"/>
          </a:xfrm>
          <a:prstGeom prst="rect">
            <a:avLst/>
          </a:prstGeom>
          <a:noFill/>
          <a:ln/>
        </p:spPr>
        <p:txBody>
          <a:bodyPr wrap="square" lIns="0" tIns="0" rIns="0" bIns="0" rtlCol="0" anchor="ctr"/>
          <a:lstStyle/>
          <a:p>
            <a:pPr marL="0" indent="0">
              <a:buNone/>
            </a:pPr>
            <a:r>
              <a:rPr lang="en-US" sz="2800" dirty="0">
                <a:solidFill>
                  <a:srgbClr val="6FD3C2"/>
                </a:solidFill>
              </a:rPr>
              <a:t>Your slides, narrated in your own voice</a:t>
            </a:r>
            <a:endParaRPr lang="en-US" sz="2800" dirty="0"/>
          </a:p>
        </p:txBody>
      </p:sp>
      <p:sp>
        <p:nvSpPr>
          <p:cNvPr id="6" name="Text 3"/>
          <p:cNvSpPr txBox="1"/>
          <p:nvPr/>
        </p:nvSpPr>
        <p:spPr>
          <a:xfrm>
            <a:off x="731520" y="3977640"/>
            <a:ext cx="10515600" cy="914400"/>
          </a:xfrm>
          <a:prstGeom prst="rect">
            <a:avLst/>
          </a:prstGeom>
          <a:noFill/>
          <a:ln/>
        </p:spPr>
        <p:txBody>
          <a:bodyPr wrap="square" lIns="0" tIns="0" rIns="0" bIns="0" rtlCol="0" anchor="ctr"/>
          <a:lstStyle/>
          <a:p>
            <a:pPr marL="0" indent="0">
              <a:buNone/>
            </a:pPr>
            <a:r>
              <a:rPr lang="en-US" sz="1800" dirty="0">
                <a:solidFill>
                  <a:srgbClr val="A2BEB9"/>
                </a:solidFill>
              </a:rPr>
              <a:t>Record yourself once. Any slide deck comes back as a finished lecture video —</a:t>
            </a:r>
            <a:endParaRPr lang="en-US" sz="1800" dirty="0"/>
          </a:p>
          <a:p>
            <a:pPr marL="0" indent="0">
              <a:buNone/>
            </a:pPr>
            <a:r>
              <a:rPr lang="en-US" sz="1800" dirty="0">
                <a:solidFill>
                  <a:srgbClr val="A2BEB9"/>
                </a:solidFill>
              </a:rPr>
              <a:t>narration, captions and chapters — spoken in a voice cloned from that recording.</a:t>
            </a:r>
            <a:endParaRPr lang="en-US" sz="1800" dirty="0"/>
          </a:p>
        </p:txBody>
      </p:sp>
      <p:sp>
        <p:nvSpPr>
          <p:cNvPr id="7" name="Text 4"/>
          <p:cNvSpPr txBox="1"/>
          <p:nvPr/>
        </p:nvSpPr>
        <p:spPr>
          <a:xfrm>
            <a:off x="731520" y="5989320"/>
            <a:ext cx="5486400" cy="365760"/>
          </a:xfrm>
          <a:prstGeom prst="rect">
            <a:avLst/>
          </a:prstGeom>
          <a:noFill/>
          <a:ln/>
        </p:spPr>
        <p:txBody>
          <a:bodyPr wrap="square" lIns="0" tIns="0" rIns="0" bIns="0" rtlCol="0" anchor="ctr"/>
          <a:lstStyle/>
          <a:p>
            <a:pPr marL="0" indent="0">
              <a:buNone/>
            </a:pPr>
            <a:r>
              <a:rPr lang="en-US" sz="1400" dirty="0">
                <a:solidFill>
                  <a:srgbClr val="A2BEB9"/>
                </a:solidFill>
              </a:rPr>
              <a:t>Guide v4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What it makes</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One recording of your voice, four kinds of output</a:t>
            </a:r>
            <a:endParaRPr lang="en-US" sz="1600" dirty="0"/>
          </a:p>
        </p:txBody>
      </p:sp>
      <p:sp>
        <p:nvSpPr>
          <p:cNvPr id="5" name="Shape 2"/>
          <p:cNvSpPr/>
          <p:nvPr/>
        </p:nvSpPr>
        <p:spPr>
          <a:xfrm>
            <a:off x="548640" y="1783080"/>
            <a:ext cx="2606040" cy="2331720"/>
          </a:xfrm>
          <a:prstGeom prst="roundRect">
            <a:avLst>
              <a:gd name="adj" fmla="val 3137"/>
            </a:avLst>
          </a:prstGeom>
          <a:solidFill>
            <a:srgbClr val="F2F5F4"/>
          </a:solidFill>
          <a:ln w="12700">
            <a:solidFill>
              <a:srgbClr val="D5DCDA"/>
            </a:solidFill>
            <a:prstDash val="solid"/>
          </a:ln>
        </p:spPr>
        <p:txBody>
          <a:bodyPr/>
          <a:lstStyle/>
          <a:p>
            <a:endParaRPr lang="en-US"/>
          </a:p>
        </p:txBody>
      </p:sp>
      <p:sp>
        <p:nvSpPr>
          <p:cNvPr id="6" name="Text 3"/>
          <p:cNvSpPr txBox="1"/>
          <p:nvPr/>
        </p:nvSpPr>
        <p:spPr>
          <a:xfrm>
            <a:off x="777240" y="196596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1</a:t>
            </a:r>
            <a:endParaRPr lang="en-US" sz="2800" dirty="0"/>
          </a:p>
        </p:txBody>
      </p:sp>
      <p:sp>
        <p:nvSpPr>
          <p:cNvPr id="7" name="Text 4"/>
          <p:cNvSpPr txBox="1"/>
          <p:nvPr/>
        </p:nvSpPr>
        <p:spPr>
          <a:xfrm>
            <a:off x="1325880" y="1965960"/>
            <a:ext cx="1645920" cy="457200"/>
          </a:xfrm>
          <a:prstGeom prst="rect">
            <a:avLst/>
          </a:prstGeom>
          <a:noFill/>
          <a:ln/>
        </p:spPr>
        <p:txBody>
          <a:bodyPr wrap="square" lIns="0" tIns="0" rIns="0" bIns="0" rtlCol="0" anchor="ctr"/>
          <a:lstStyle/>
          <a:p>
            <a:pPr marL="0" indent="0">
              <a:buNone/>
            </a:pPr>
            <a:r>
              <a:rPr lang="en-US" sz="1800" b="1" dirty="0">
                <a:solidFill>
                  <a:srgbClr val="111111"/>
                </a:solidFill>
              </a:rPr>
              <a:t>Lectures</a:t>
            </a:r>
            <a:endParaRPr lang="en-US" sz="1800" dirty="0"/>
          </a:p>
        </p:txBody>
      </p:sp>
      <p:sp>
        <p:nvSpPr>
          <p:cNvPr id="8" name="Text 5"/>
          <p:cNvSpPr txBox="1"/>
          <p:nvPr/>
        </p:nvSpPr>
        <p:spPr>
          <a:xfrm>
            <a:off x="1325880" y="2404872"/>
            <a:ext cx="1645920" cy="1554480"/>
          </a:xfrm>
          <a:prstGeom prst="rect">
            <a:avLst/>
          </a:prstGeom>
          <a:noFill/>
          <a:ln/>
        </p:spPr>
        <p:txBody>
          <a:bodyPr wrap="square" lIns="0" tIns="0" rIns="0" bIns="0" rtlCol="0" anchor="t"/>
          <a:lstStyle/>
          <a:p>
            <a:pPr marL="0" indent="0">
              <a:buNone/>
            </a:pPr>
            <a:r>
              <a:rPr lang="en-US" sz="1400" dirty="0">
                <a:solidFill>
                  <a:srgbClr val="45484D"/>
                </a:solidFill>
              </a:rPr>
              <a:t>A slide deck becomes a narrated video with captions and chapters. Revise the deck later and only the changed slides are spoken again.</a:t>
            </a:r>
            <a:endParaRPr lang="en-US" sz="1400" dirty="0"/>
          </a:p>
        </p:txBody>
      </p:sp>
      <p:sp>
        <p:nvSpPr>
          <p:cNvPr id="9" name="Shape 6"/>
          <p:cNvSpPr/>
          <p:nvPr/>
        </p:nvSpPr>
        <p:spPr>
          <a:xfrm>
            <a:off x="3337560" y="1783080"/>
            <a:ext cx="2606040" cy="2331720"/>
          </a:xfrm>
          <a:prstGeom prst="roundRect">
            <a:avLst>
              <a:gd name="adj" fmla="val 3137"/>
            </a:avLst>
          </a:prstGeom>
          <a:solidFill>
            <a:srgbClr val="F2F5F4"/>
          </a:solidFill>
          <a:ln w="12700">
            <a:solidFill>
              <a:srgbClr val="D5DCDA"/>
            </a:solidFill>
            <a:prstDash val="solid"/>
          </a:ln>
        </p:spPr>
        <p:txBody>
          <a:bodyPr/>
          <a:lstStyle/>
          <a:p>
            <a:endParaRPr lang="en-US"/>
          </a:p>
        </p:txBody>
      </p:sp>
      <p:sp>
        <p:nvSpPr>
          <p:cNvPr id="10" name="Text 7"/>
          <p:cNvSpPr txBox="1"/>
          <p:nvPr/>
        </p:nvSpPr>
        <p:spPr>
          <a:xfrm>
            <a:off x="3566160" y="196596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2</a:t>
            </a:r>
            <a:endParaRPr lang="en-US" sz="2800" dirty="0"/>
          </a:p>
        </p:txBody>
      </p:sp>
      <p:sp>
        <p:nvSpPr>
          <p:cNvPr id="11" name="Text 8"/>
          <p:cNvSpPr txBox="1"/>
          <p:nvPr/>
        </p:nvSpPr>
        <p:spPr>
          <a:xfrm>
            <a:off x="4114800" y="1965960"/>
            <a:ext cx="1645920" cy="457200"/>
          </a:xfrm>
          <a:prstGeom prst="rect">
            <a:avLst/>
          </a:prstGeom>
          <a:noFill/>
          <a:ln/>
        </p:spPr>
        <p:txBody>
          <a:bodyPr wrap="square" lIns="0" tIns="0" rIns="0" bIns="0" rtlCol="0" anchor="ctr"/>
          <a:lstStyle/>
          <a:p>
            <a:pPr marL="0" indent="0">
              <a:buNone/>
            </a:pPr>
            <a:r>
              <a:rPr lang="en-US" sz="1800" b="1" dirty="0">
                <a:solidFill>
                  <a:srgbClr val="111111"/>
                </a:solidFill>
              </a:rPr>
              <a:t>Read aloud</a:t>
            </a:r>
            <a:endParaRPr lang="en-US" sz="1800" dirty="0"/>
          </a:p>
        </p:txBody>
      </p:sp>
      <p:sp>
        <p:nvSpPr>
          <p:cNvPr id="12" name="Text 9"/>
          <p:cNvSpPr txBox="1"/>
          <p:nvPr/>
        </p:nvSpPr>
        <p:spPr>
          <a:xfrm>
            <a:off x="4114800" y="2404872"/>
            <a:ext cx="1645920" cy="1554480"/>
          </a:xfrm>
          <a:prstGeom prst="rect">
            <a:avLst/>
          </a:prstGeom>
          <a:noFill/>
          <a:ln/>
        </p:spPr>
        <p:txBody>
          <a:bodyPr wrap="square" lIns="0" tIns="0" rIns="0" bIns="0" rtlCol="0" anchor="t"/>
          <a:lstStyle/>
          <a:p>
            <a:pPr marL="0" indent="0">
              <a:buNone/>
            </a:pPr>
            <a:r>
              <a:rPr lang="en-US" sz="1400" dirty="0">
                <a:solidFill>
                  <a:srgbClr val="45484D"/>
                </a:solidFill>
              </a:rPr>
              <a:t>Paste a paragraph or give it a document. It comes back as audio with captions — also the quickest pronunciation check.</a:t>
            </a:r>
            <a:endParaRPr lang="en-US" sz="1400" dirty="0"/>
          </a:p>
        </p:txBody>
      </p:sp>
      <p:sp>
        <p:nvSpPr>
          <p:cNvPr id="13" name="Shape 10"/>
          <p:cNvSpPr/>
          <p:nvPr/>
        </p:nvSpPr>
        <p:spPr>
          <a:xfrm>
            <a:off x="6126480" y="1783080"/>
            <a:ext cx="2606040" cy="2331720"/>
          </a:xfrm>
          <a:prstGeom prst="roundRect">
            <a:avLst>
              <a:gd name="adj" fmla="val 3137"/>
            </a:avLst>
          </a:prstGeom>
          <a:solidFill>
            <a:srgbClr val="F2F5F4"/>
          </a:solidFill>
          <a:ln w="12700">
            <a:solidFill>
              <a:srgbClr val="D5DCDA"/>
            </a:solidFill>
            <a:prstDash val="solid"/>
          </a:ln>
        </p:spPr>
        <p:txBody>
          <a:bodyPr/>
          <a:lstStyle/>
          <a:p>
            <a:endParaRPr lang="en-US"/>
          </a:p>
        </p:txBody>
      </p:sp>
      <p:sp>
        <p:nvSpPr>
          <p:cNvPr id="14" name="Text 11"/>
          <p:cNvSpPr txBox="1"/>
          <p:nvPr/>
        </p:nvSpPr>
        <p:spPr>
          <a:xfrm>
            <a:off x="6355080" y="196596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3</a:t>
            </a:r>
            <a:endParaRPr lang="en-US" sz="2800" dirty="0"/>
          </a:p>
        </p:txBody>
      </p:sp>
      <p:sp>
        <p:nvSpPr>
          <p:cNvPr id="15" name="Text 12"/>
          <p:cNvSpPr txBox="1"/>
          <p:nvPr/>
        </p:nvSpPr>
        <p:spPr>
          <a:xfrm>
            <a:off x="6903720" y="1965960"/>
            <a:ext cx="1645920" cy="457200"/>
          </a:xfrm>
          <a:prstGeom prst="rect">
            <a:avLst/>
          </a:prstGeom>
          <a:noFill/>
          <a:ln/>
        </p:spPr>
        <p:txBody>
          <a:bodyPr wrap="square" lIns="0" tIns="0" rIns="0" bIns="0" rtlCol="0" anchor="ctr"/>
          <a:lstStyle/>
          <a:p>
            <a:pPr marL="0" indent="0">
              <a:buNone/>
            </a:pPr>
            <a:r>
              <a:rPr lang="en-US" sz="1800" b="1" dirty="0">
                <a:solidFill>
                  <a:srgbClr val="111111"/>
                </a:solidFill>
              </a:rPr>
              <a:t>Podcasts</a:t>
            </a:r>
            <a:endParaRPr lang="en-US" sz="1800" dirty="0"/>
          </a:p>
        </p:txBody>
      </p:sp>
      <p:sp>
        <p:nvSpPr>
          <p:cNvPr id="16" name="Text 13"/>
          <p:cNvSpPr txBox="1"/>
          <p:nvPr/>
        </p:nvSpPr>
        <p:spPr>
          <a:xfrm>
            <a:off x="6903720" y="2404872"/>
            <a:ext cx="1645920" cy="1554480"/>
          </a:xfrm>
          <a:prstGeom prst="rect">
            <a:avLst/>
          </a:prstGeom>
          <a:noFill/>
          <a:ln/>
        </p:spPr>
        <p:txBody>
          <a:bodyPr wrap="square" lIns="0" tIns="0" rIns="0" bIns="0" rtlCol="0" anchor="t"/>
          <a:lstStyle/>
          <a:p>
            <a:pPr marL="0" indent="0">
              <a:buNone/>
            </a:pPr>
            <a:r>
              <a:rPr lang="en-US" sz="1400" dirty="0">
                <a:solidFill>
                  <a:srgbClr val="45484D"/>
                </a:solidFill>
              </a:rPr>
              <a:t>A topic or a paper becomes a two-voice debate, dialogue or interview between you and a second speaker.</a:t>
            </a:r>
            <a:endParaRPr lang="en-US" sz="1400" dirty="0"/>
          </a:p>
        </p:txBody>
      </p:sp>
      <p:sp>
        <p:nvSpPr>
          <p:cNvPr id="17" name="Shape 14"/>
          <p:cNvSpPr/>
          <p:nvPr/>
        </p:nvSpPr>
        <p:spPr>
          <a:xfrm>
            <a:off x="8915400" y="1783080"/>
            <a:ext cx="2606040" cy="2331720"/>
          </a:xfrm>
          <a:prstGeom prst="roundRect">
            <a:avLst>
              <a:gd name="adj" fmla="val 3137"/>
            </a:avLst>
          </a:prstGeom>
          <a:solidFill>
            <a:srgbClr val="F2F5F4"/>
          </a:solidFill>
          <a:ln w="12700">
            <a:solidFill>
              <a:srgbClr val="D5DCDA"/>
            </a:solidFill>
            <a:prstDash val="solid"/>
          </a:ln>
        </p:spPr>
        <p:txBody>
          <a:bodyPr/>
          <a:lstStyle/>
          <a:p>
            <a:endParaRPr lang="en-US"/>
          </a:p>
        </p:txBody>
      </p:sp>
      <p:sp>
        <p:nvSpPr>
          <p:cNvPr id="18" name="Text 15"/>
          <p:cNvSpPr txBox="1"/>
          <p:nvPr/>
        </p:nvSpPr>
        <p:spPr>
          <a:xfrm>
            <a:off x="9144000" y="196596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9692640" y="1965960"/>
            <a:ext cx="1645920" cy="457200"/>
          </a:xfrm>
          <a:prstGeom prst="rect">
            <a:avLst/>
          </a:prstGeom>
          <a:noFill/>
          <a:ln/>
        </p:spPr>
        <p:txBody>
          <a:bodyPr wrap="square" lIns="0" tIns="0" rIns="0" bIns="0" rtlCol="0" anchor="ctr"/>
          <a:lstStyle/>
          <a:p>
            <a:pPr marL="0" indent="0">
              <a:buNone/>
            </a:pPr>
            <a:r>
              <a:rPr lang="en-US" sz="1800" b="1" dirty="0">
                <a:solidFill>
                  <a:srgbClr val="111111"/>
                </a:solidFill>
              </a:rPr>
              <a:t>Tools</a:t>
            </a:r>
            <a:endParaRPr lang="en-US" sz="1800" dirty="0"/>
          </a:p>
        </p:txBody>
      </p:sp>
      <p:sp>
        <p:nvSpPr>
          <p:cNvPr id="20" name="Text 17"/>
          <p:cNvSpPr txBox="1"/>
          <p:nvPr/>
        </p:nvSpPr>
        <p:spPr>
          <a:xfrm>
            <a:off x="9692640" y="2404872"/>
            <a:ext cx="1645920" cy="1554480"/>
          </a:xfrm>
          <a:prstGeom prst="rect">
            <a:avLst/>
          </a:prstGeom>
          <a:noFill/>
          <a:ln/>
        </p:spPr>
        <p:txBody>
          <a:bodyPr wrap="square" lIns="0" tIns="0" rIns="0" bIns="0" rtlCol="0" anchor="t"/>
          <a:lstStyle/>
          <a:p>
            <a:pPr marL="0" indent="0">
              <a:buNone/>
            </a:pPr>
            <a:r>
              <a:rPr lang="en-US" sz="1400" dirty="0">
                <a:solidFill>
                  <a:srgbClr val="45484D"/>
                </a:solidFill>
              </a:rPr>
              <a:t>Play a video between two slides, split a long lecture into parts, or join sections from different lectures.</a:t>
            </a:r>
            <a:endParaRPr lang="en-US" sz="1400" dirty="0"/>
          </a:p>
        </p:txBody>
      </p:sp>
      <p:sp>
        <p:nvSpPr>
          <p:cNvPr id="21" name="Text 18"/>
          <p:cNvSpPr txBox="1"/>
          <p:nvPr/>
        </p:nvSpPr>
        <p:spPr>
          <a:xfrm>
            <a:off x="548640" y="4526280"/>
            <a:ext cx="10972800" cy="457200"/>
          </a:xfrm>
          <a:prstGeom prst="rect">
            <a:avLst/>
          </a:prstGeom>
          <a:noFill/>
          <a:ln/>
        </p:spPr>
        <p:txBody>
          <a:bodyPr wrap="square" lIns="0" tIns="0" rIns="0" bIns="0" rtlCol="0" anchor="ctr"/>
          <a:lstStyle/>
          <a:p>
            <a:pPr marL="0" indent="0">
              <a:buNone/>
            </a:pPr>
            <a:r>
              <a:rPr lang="en-US" sz="1800" i="1" dirty="0">
                <a:solidFill>
                  <a:srgbClr val="0D6A62"/>
                </a:solidFill>
              </a:rPr>
              <a:t>Every word is yours to read and edit before anything is spoken.</a:t>
            </a:r>
            <a:endParaRPr lang="en-US" sz="18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What you need</a:t>
            </a:r>
            <a:endParaRPr lang="en-US" sz="3000" dirty="0"/>
          </a:p>
        </p:txBody>
      </p:sp>
      <p:sp>
        <p:nvSpPr>
          <p:cNvPr id="4" name="Shape 1"/>
          <p:cNvSpPr/>
          <p:nvPr/>
        </p:nvSpPr>
        <p:spPr>
          <a:xfrm>
            <a:off x="548640" y="1371600"/>
            <a:ext cx="6675120" cy="3931920"/>
          </a:xfrm>
          <a:prstGeom prst="roundRect">
            <a:avLst>
              <a:gd name="adj" fmla="val 1860"/>
            </a:avLst>
          </a:prstGeom>
          <a:solidFill>
            <a:srgbClr val="FFFFFF"/>
          </a:solidFill>
          <a:ln w="12700">
            <a:solidFill>
              <a:srgbClr val="D5DCDA"/>
            </a:solidFill>
            <a:prstDash val="solid"/>
          </a:ln>
        </p:spPr>
        <p:txBody>
          <a:bodyPr/>
          <a:lstStyle/>
          <a:p>
            <a:endParaRPr lang="en-US"/>
          </a:p>
        </p:txBody>
      </p:sp>
      <p:sp>
        <p:nvSpPr>
          <p:cNvPr id="5" name="Text 2"/>
          <p:cNvSpPr txBox="1"/>
          <p:nvPr/>
        </p:nvSpPr>
        <p:spPr>
          <a:xfrm>
            <a:off x="777240" y="1554480"/>
            <a:ext cx="6263640" cy="457200"/>
          </a:xfrm>
          <a:prstGeom prst="rect">
            <a:avLst/>
          </a:prstGeom>
          <a:noFill/>
          <a:ln/>
        </p:spPr>
        <p:txBody>
          <a:bodyPr wrap="square" lIns="0" tIns="0" rIns="0" bIns="0" rtlCol="0" anchor="ctr"/>
          <a:lstStyle/>
          <a:p>
            <a:pPr marL="0" indent="0">
              <a:buNone/>
            </a:pPr>
            <a:r>
              <a:rPr lang="en-US" sz="1800" b="1" dirty="0">
                <a:solidFill>
                  <a:srgbClr val="111111"/>
                </a:solidFill>
              </a:rPr>
              <a:t>You need</a:t>
            </a:r>
            <a:endParaRPr lang="en-US" sz="1800" dirty="0"/>
          </a:p>
        </p:txBody>
      </p:sp>
      <p:sp>
        <p:nvSpPr>
          <p:cNvPr id="6" name="Text 3"/>
          <p:cNvSpPr txBox="1"/>
          <p:nvPr/>
        </p:nvSpPr>
        <p:spPr>
          <a:xfrm>
            <a:off x="777240" y="1993392"/>
            <a:ext cx="6263640" cy="3154680"/>
          </a:xfrm>
          <a:prstGeom prst="rect">
            <a:avLst/>
          </a:prstGeom>
          <a:noFill/>
          <a:ln/>
        </p:spPr>
        <p:txBody>
          <a:bodyPr wrap="square" lIns="0" tIns="0" rIns="0" bIns="0" rtlCol="0" anchor="t"/>
          <a:lstStyle/>
          <a:p>
            <a:pPr marL="0" indent="0">
              <a:buNone/>
            </a:pPr>
            <a:endParaRPr lang="en-US" sz="1400" dirty="0"/>
          </a:p>
        </p:txBody>
      </p:sp>
      <p:sp>
        <p:nvSpPr>
          <p:cNvPr id="7" name="Text 4"/>
          <p:cNvSpPr txBox="1"/>
          <p:nvPr/>
        </p:nvSpPr>
        <p:spPr>
          <a:xfrm>
            <a:off x="777240" y="2103120"/>
            <a:ext cx="6263640" cy="3108960"/>
          </a:xfrm>
          <a:prstGeom prst="rect">
            <a:avLst/>
          </a:prstGeom>
          <a:noFill/>
          <a:ln/>
        </p:spPr>
        <p:txBody>
          <a:bodyPr wrap="square" lIns="0" tIns="0" rIns="0" bIns="0" rtlCol="0" anchor="t"/>
          <a:lstStyle/>
          <a:p>
            <a:pPr marL="0" indent="0">
              <a:spcAft>
                <a:spcPts val="1400"/>
              </a:spcAft>
              <a:buNone/>
            </a:pPr>
            <a:r>
              <a:rPr lang="en-US" sz="1600" b="1" dirty="0">
                <a:solidFill>
                  <a:srgbClr val="111111"/>
                </a:solidFill>
              </a:rPr>
              <a:t>Windows 10 or 11</a:t>
            </a:r>
            <a:r>
              <a:rPr lang="en-US" sz="1600" dirty="0">
                <a:solidFill>
                  <a:srgbClr val="45484D"/>
                </a:solidFill>
              </a:rPr>
              <a:t>  and Miniconda or Anaconda (the one thing a zip cannot carry is Python)</a:t>
            </a:r>
            <a:endParaRPr lang="en-US" sz="1600" dirty="0"/>
          </a:p>
          <a:p>
            <a:pPr marL="0" indent="0">
              <a:spcAft>
                <a:spcPts val="1400"/>
              </a:spcAft>
              <a:buNone/>
            </a:pPr>
            <a:r>
              <a:rPr lang="en-US" sz="1600" b="1" dirty="0">
                <a:solidFill>
                  <a:srgbClr val="111111"/>
                </a:solidFill>
              </a:rPr>
              <a:t>A Gemini API key</a:t>
            </a:r>
            <a:r>
              <a:rPr lang="en-US" sz="1600" dirty="0">
                <a:solidFill>
                  <a:srgbClr val="45484D"/>
                </a:solidFill>
              </a:rPr>
              <a:t>  from Google AI Studio — it drafts the narration if you don’t have; for the Gemini voice clone, link the project to billing</a:t>
            </a:r>
            <a:endParaRPr lang="en-US" sz="1600" dirty="0"/>
          </a:p>
          <a:p>
            <a:pPr marL="0" indent="0">
              <a:spcAft>
                <a:spcPts val="1400"/>
              </a:spcAft>
              <a:buNone/>
            </a:pPr>
            <a:r>
              <a:rPr lang="en-US" sz="1600" b="1" dirty="0">
                <a:solidFill>
                  <a:srgbClr val="111111"/>
                </a:solidFill>
              </a:rPr>
              <a:t>Your slides as a PDF</a:t>
            </a:r>
            <a:r>
              <a:rPr lang="en-US" sz="1600" dirty="0">
                <a:solidFill>
                  <a:srgbClr val="45484D"/>
                </a:solidFill>
              </a:rPr>
              <a:t>  PowerPoint: File → Save As → PDF</a:t>
            </a:r>
            <a:endParaRPr lang="en-US" sz="1600" dirty="0"/>
          </a:p>
          <a:p>
            <a:pPr marL="0" indent="0">
              <a:spcAft>
                <a:spcPts val="1400"/>
              </a:spcAft>
              <a:buNone/>
            </a:pPr>
            <a:r>
              <a:rPr lang="en-US" sz="1600" b="1" dirty="0">
                <a:solidFill>
                  <a:srgbClr val="111111"/>
                </a:solidFill>
              </a:rPr>
              <a:t>A quiet room and a decent microphone</a:t>
            </a:r>
            <a:r>
              <a:rPr lang="en-US" sz="1600" dirty="0">
                <a:solidFill>
                  <a:srgbClr val="45484D"/>
                </a:solidFill>
              </a:rPr>
              <a:t>  only for a cloned voice: one minute of your speech</a:t>
            </a:r>
            <a:endParaRPr lang="en-US" sz="1600" dirty="0"/>
          </a:p>
        </p:txBody>
      </p:sp>
      <p:sp>
        <p:nvSpPr>
          <p:cNvPr id="8" name="Shape 5"/>
          <p:cNvSpPr/>
          <p:nvPr/>
        </p:nvSpPr>
        <p:spPr>
          <a:xfrm>
            <a:off x="7452360" y="1371600"/>
            <a:ext cx="4206240" cy="3931920"/>
          </a:xfrm>
          <a:prstGeom prst="roundRect">
            <a:avLst>
              <a:gd name="adj" fmla="val 1860"/>
            </a:avLst>
          </a:prstGeom>
          <a:solidFill>
            <a:srgbClr val="F2F5F4"/>
          </a:solidFill>
          <a:ln w="12700">
            <a:solidFill>
              <a:srgbClr val="D5DCDA"/>
            </a:solidFill>
            <a:prstDash val="solid"/>
          </a:ln>
        </p:spPr>
        <p:txBody>
          <a:bodyPr/>
          <a:lstStyle/>
          <a:p>
            <a:endParaRPr lang="en-US"/>
          </a:p>
        </p:txBody>
      </p:sp>
      <p:sp>
        <p:nvSpPr>
          <p:cNvPr id="9" name="Text 6"/>
          <p:cNvSpPr txBox="1"/>
          <p:nvPr/>
        </p:nvSpPr>
        <p:spPr>
          <a:xfrm>
            <a:off x="7680960" y="1554480"/>
            <a:ext cx="3794760" cy="457200"/>
          </a:xfrm>
          <a:prstGeom prst="rect">
            <a:avLst/>
          </a:prstGeom>
          <a:noFill/>
          <a:ln/>
        </p:spPr>
        <p:txBody>
          <a:bodyPr wrap="square" lIns="0" tIns="0" rIns="0" bIns="0" rtlCol="0" anchor="ctr"/>
          <a:lstStyle/>
          <a:p>
            <a:pPr marL="0" indent="0">
              <a:buNone/>
            </a:pPr>
            <a:r>
              <a:rPr lang="en-US" sz="1800" b="1" dirty="0">
                <a:solidFill>
                  <a:srgbClr val="111111"/>
                </a:solidFill>
              </a:rPr>
              <a:t>You do not need</a:t>
            </a:r>
            <a:endParaRPr lang="en-US" sz="1800" dirty="0"/>
          </a:p>
        </p:txBody>
      </p:sp>
      <p:sp>
        <p:nvSpPr>
          <p:cNvPr id="10" name="Text 7"/>
          <p:cNvSpPr txBox="1"/>
          <p:nvPr/>
        </p:nvSpPr>
        <p:spPr>
          <a:xfrm>
            <a:off x="7680960" y="1993392"/>
            <a:ext cx="3794760" cy="3154680"/>
          </a:xfrm>
          <a:prstGeom prst="rect">
            <a:avLst/>
          </a:prstGeom>
          <a:noFill/>
          <a:ln/>
        </p:spPr>
        <p:txBody>
          <a:bodyPr wrap="square" lIns="0" tIns="0" rIns="0" bIns="0" rtlCol="0" anchor="t"/>
          <a:lstStyle/>
          <a:p>
            <a:pPr marL="0" indent="0">
              <a:buNone/>
            </a:pPr>
            <a:endParaRPr lang="en-US" sz="1400" dirty="0"/>
          </a:p>
        </p:txBody>
      </p:sp>
      <p:sp>
        <p:nvSpPr>
          <p:cNvPr id="11" name="Text 8"/>
          <p:cNvSpPr txBox="1"/>
          <p:nvPr/>
        </p:nvSpPr>
        <p:spPr>
          <a:xfrm>
            <a:off x="7680960" y="2103120"/>
            <a:ext cx="3840480" cy="3108960"/>
          </a:xfrm>
          <a:prstGeom prst="rect">
            <a:avLst/>
          </a:prstGeom>
          <a:noFill/>
          <a:ln/>
        </p:spPr>
        <p:txBody>
          <a:bodyPr wrap="square" lIns="0" tIns="0" rIns="0" bIns="0" rtlCol="0" anchor="t"/>
          <a:lstStyle/>
          <a:p>
            <a:pPr marL="0" indent="0">
              <a:spcAft>
                <a:spcPts val="1400"/>
              </a:spcAft>
              <a:buNone/>
            </a:pPr>
            <a:r>
              <a:rPr lang="en-US" sz="1600" b="1" dirty="0">
                <a:solidFill>
                  <a:srgbClr val="111111"/>
                </a:solidFill>
              </a:rPr>
              <a:t>A graphics card</a:t>
            </a:r>
            <a:endParaRPr lang="en-US" sz="1600" dirty="0"/>
          </a:p>
          <a:p>
            <a:pPr marL="0" indent="0">
              <a:spcAft>
                <a:spcPts val="1400"/>
              </a:spcAft>
              <a:buNone/>
            </a:pPr>
            <a:r>
              <a:rPr lang="en-US" sz="1600" b="1" dirty="0">
                <a:solidFill>
                  <a:srgbClr val="111111"/>
                </a:solidFill>
              </a:rPr>
              <a:t>A compiler</a:t>
            </a:r>
            <a:endParaRPr lang="en-US" sz="1600" dirty="0"/>
          </a:p>
          <a:p>
            <a:pPr marL="0" indent="0">
              <a:spcAft>
                <a:spcPts val="1400"/>
              </a:spcAft>
              <a:buNone/>
            </a:pPr>
            <a:r>
              <a:rPr lang="en-US" sz="1600" b="1" dirty="0">
                <a:solidFill>
                  <a:srgbClr val="111111"/>
                </a:solidFill>
              </a:rPr>
              <a:t>Audio or video software</a:t>
            </a:r>
            <a:endParaRPr lang="en-US" sz="1600" dirty="0"/>
          </a:p>
          <a:p>
            <a:pPr marL="0" indent="0">
              <a:spcAft>
                <a:spcPts val="1400"/>
              </a:spcAft>
              <a:buNone/>
            </a:pPr>
            <a:r>
              <a:rPr lang="en-US" sz="1600" b="1" dirty="0">
                <a:solidFill>
                  <a:srgbClr val="111111"/>
                </a:solidFill>
              </a:rPr>
              <a:t>More than about 6 GB of disk</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Install in three double-clicks</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All in the RealMe folder → 00_Windows</a:t>
            </a:r>
            <a:endParaRPr lang="en-US" sz="1600" dirty="0"/>
          </a:p>
        </p:txBody>
      </p:sp>
      <p:sp>
        <p:nvSpPr>
          <p:cNvPr id="5" name="Shape 2"/>
          <p:cNvSpPr/>
          <p:nvPr/>
        </p:nvSpPr>
        <p:spPr>
          <a:xfrm>
            <a:off x="548640" y="1691640"/>
            <a:ext cx="3566160" cy="2423160"/>
          </a:xfrm>
          <a:prstGeom prst="roundRect">
            <a:avLst>
              <a:gd name="adj" fmla="val 3019"/>
            </a:avLst>
          </a:prstGeom>
          <a:solidFill>
            <a:srgbClr val="F2F5F4"/>
          </a:solidFill>
          <a:ln w="12700">
            <a:solidFill>
              <a:srgbClr val="D5DCDA"/>
            </a:solidFill>
            <a:prstDash val="solid"/>
          </a:ln>
        </p:spPr>
        <p:txBody>
          <a:bodyPr/>
          <a:lstStyle/>
          <a:p>
            <a:endParaRPr lang="en-US"/>
          </a:p>
        </p:txBody>
      </p:sp>
      <p:sp>
        <p:nvSpPr>
          <p:cNvPr id="6" name="Text 3"/>
          <p:cNvSpPr txBox="1"/>
          <p:nvPr/>
        </p:nvSpPr>
        <p:spPr>
          <a:xfrm>
            <a:off x="777240" y="187452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1</a:t>
            </a:r>
            <a:endParaRPr lang="en-US" sz="2800" dirty="0"/>
          </a:p>
        </p:txBody>
      </p:sp>
      <p:sp>
        <p:nvSpPr>
          <p:cNvPr id="7" name="Text 4"/>
          <p:cNvSpPr txBox="1"/>
          <p:nvPr/>
        </p:nvSpPr>
        <p:spPr>
          <a:xfrm>
            <a:off x="1325880" y="1874520"/>
            <a:ext cx="2606040" cy="457200"/>
          </a:xfrm>
          <a:prstGeom prst="rect">
            <a:avLst/>
          </a:prstGeom>
          <a:noFill/>
          <a:ln/>
        </p:spPr>
        <p:txBody>
          <a:bodyPr wrap="square" lIns="0" tIns="0" rIns="0" bIns="0" rtlCol="0" anchor="ctr"/>
          <a:lstStyle/>
          <a:p>
            <a:pPr marL="0" indent="0">
              <a:buNone/>
            </a:pPr>
            <a:r>
              <a:rPr lang="en-US" sz="1800" b="1" dirty="0">
                <a:solidFill>
                  <a:srgbClr val="111111"/>
                </a:solidFill>
              </a:rPr>
              <a:t>1_Install.bat</a:t>
            </a:r>
            <a:endParaRPr lang="en-US" sz="1800" dirty="0"/>
          </a:p>
        </p:txBody>
      </p:sp>
      <p:sp>
        <p:nvSpPr>
          <p:cNvPr id="8" name="Text 5"/>
          <p:cNvSpPr txBox="1"/>
          <p:nvPr/>
        </p:nvSpPr>
        <p:spPr>
          <a:xfrm>
            <a:off x="1325880" y="2313432"/>
            <a:ext cx="2606040" cy="1645920"/>
          </a:xfrm>
          <a:prstGeom prst="rect">
            <a:avLst/>
          </a:prstGeom>
          <a:noFill/>
          <a:ln/>
        </p:spPr>
        <p:txBody>
          <a:bodyPr wrap="square" lIns="0" tIns="0" rIns="0" bIns="0" rtlCol="0" anchor="t"/>
          <a:lstStyle/>
          <a:p>
            <a:pPr marL="0" indent="0">
              <a:buNone/>
            </a:pPr>
            <a:r>
              <a:rPr lang="en-US" sz="1400" dirty="0">
                <a:solidFill>
                  <a:srgbClr val="45484D"/>
                </a:solidFill>
              </a:rPr>
              <a:t>Installs RealMe, ffmpeg and three free draft voices — a few minutes. Then asks: your own cloned voice? Gemini, the free local clone, or none (draft voices).</a:t>
            </a:r>
            <a:endParaRPr lang="en-US" sz="1400" dirty="0"/>
          </a:p>
        </p:txBody>
      </p:sp>
      <p:sp>
        <p:nvSpPr>
          <p:cNvPr id="9" name="Shape 6"/>
          <p:cNvSpPr/>
          <p:nvPr/>
        </p:nvSpPr>
        <p:spPr>
          <a:xfrm>
            <a:off x="4343400" y="1691640"/>
            <a:ext cx="3566160" cy="2423160"/>
          </a:xfrm>
          <a:prstGeom prst="roundRect">
            <a:avLst>
              <a:gd name="adj" fmla="val 3019"/>
            </a:avLst>
          </a:prstGeom>
          <a:solidFill>
            <a:srgbClr val="F2F5F4"/>
          </a:solidFill>
          <a:ln w="12700">
            <a:solidFill>
              <a:srgbClr val="D5DCDA"/>
            </a:solidFill>
            <a:prstDash val="solid"/>
          </a:ln>
        </p:spPr>
        <p:txBody>
          <a:bodyPr/>
          <a:lstStyle/>
          <a:p>
            <a:endParaRPr lang="en-US"/>
          </a:p>
        </p:txBody>
      </p:sp>
      <p:sp>
        <p:nvSpPr>
          <p:cNvPr id="10" name="Text 7"/>
          <p:cNvSpPr txBox="1"/>
          <p:nvPr/>
        </p:nvSpPr>
        <p:spPr>
          <a:xfrm>
            <a:off x="4572000" y="187452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2</a:t>
            </a:r>
            <a:endParaRPr lang="en-US" sz="2800" dirty="0"/>
          </a:p>
        </p:txBody>
      </p:sp>
      <p:sp>
        <p:nvSpPr>
          <p:cNvPr id="11" name="Text 8"/>
          <p:cNvSpPr txBox="1"/>
          <p:nvPr/>
        </p:nvSpPr>
        <p:spPr>
          <a:xfrm>
            <a:off x="5120640" y="1874520"/>
            <a:ext cx="2606040" cy="457200"/>
          </a:xfrm>
          <a:prstGeom prst="rect">
            <a:avLst/>
          </a:prstGeom>
          <a:noFill/>
          <a:ln/>
        </p:spPr>
        <p:txBody>
          <a:bodyPr wrap="square" lIns="0" tIns="0" rIns="0" bIns="0" rtlCol="0" anchor="ctr"/>
          <a:lstStyle/>
          <a:p>
            <a:pPr marL="0" indent="0">
              <a:buNone/>
            </a:pPr>
            <a:r>
              <a:rPr lang="en-US" sz="1800" b="1" dirty="0">
                <a:solidFill>
                  <a:srgbClr val="111111"/>
                </a:solidFill>
              </a:rPr>
              <a:t>2_Set_Key.bat</a:t>
            </a:r>
            <a:endParaRPr lang="en-US" sz="1800" dirty="0"/>
          </a:p>
        </p:txBody>
      </p:sp>
      <p:sp>
        <p:nvSpPr>
          <p:cNvPr id="12" name="Text 9"/>
          <p:cNvSpPr txBox="1"/>
          <p:nvPr/>
        </p:nvSpPr>
        <p:spPr>
          <a:xfrm>
            <a:off x="5120640" y="2313432"/>
            <a:ext cx="2606040" cy="1645920"/>
          </a:xfrm>
          <a:prstGeom prst="rect">
            <a:avLst/>
          </a:prstGeom>
          <a:noFill/>
          <a:ln/>
        </p:spPr>
        <p:txBody>
          <a:bodyPr wrap="square" lIns="0" tIns="0" rIns="0" bIns="0" rtlCol="0" anchor="t"/>
          <a:lstStyle/>
          <a:p>
            <a:pPr marL="0" indent="0">
              <a:buNone/>
            </a:pPr>
            <a:r>
              <a:rPr lang="en-US" sz="1400" dirty="0">
                <a:solidFill>
                  <a:srgbClr val="45484D"/>
                </a:solidFill>
              </a:rPr>
              <a:t>Paste your Gemini key. Stored in your own data folder (%USERPROFILE%\RealMeStudio), so updates never touch it.</a:t>
            </a:r>
            <a:endParaRPr lang="en-US" sz="1400" dirty="0"/>
          </a:p>
        </p:txBody>
      </p:sp>
      <p:sp>
        <p:nvSpPr>
          <p:cNvPr id="13" name="Shape 10"/>
          <p:cNvSpPr/>
          <p:nvPr/>
        </p:nvSpPr>
        <p:spPr>
          <a:xfrm>
            <a:off x="8138160" y="1691640"/>
            <a:ext cx="3566160" cy="2423160"/>
          </a:xfrm>
          <a:prstGeom prst="roundRect">
            <a:avLst>
              <a:gd name="adj" fmla="val 3019"/>
            </a:avLst>
          </a:prstGeom>
          <a:solidFill>
            <a:srgbClr val="E8F3F1"/>
          </a:solidFill>
          <a:ln w="12700">
            <a:solidFill>
              <a:srgbClr val="0D6A62"/>
            </a:solidFill>
            <a:prstDash val="solid"/>
          </a:ln>
        </p:spPr>
        <p:txBody>
          <a:bodyPr/>
          <a:lstStyle/>
          <a:p>
            <a:endParaRPr lang="en-US"/>
          </a:p>
        </p:txBody>
      </p:sp>
      <p:sp>
        <p:nvSpPr>
          <p:cNvPr id="14" name="Text 11"/>
          <p:cNvSpPr txBox="1"/>
          <p:nvPr/>
        </p:nvSpPr>
        <p:spPr>
          <a:xfrm>
            <a:off x="8366760" y="187452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4</a:t>
            </a:r>
            <a:endParaRPr lang="en-US" sz="2800" dirty="0"/>
          </a:p>
        </p:txBody>
      </p:sp>
      <p:sp>
        <p:nvSpPr>
          <p:cNvPr id="15" name="Text 12"/>
          <p:cNvSpPr txBox="1"/>
          <p:nvPr/>
        </p:nvSpPr>
        <p:spPr>
          <a:xfrm>
            <a:off x="8915400" y="1874520"/>
            <a:ext cx="2606040" cy="457200"/>
          </a:xfrm>
          <a:prstGeom prst="rect">
            <a:avLst/>
          </a:prstGeom>
          <a:noFill/>
          <a:ln/>
        </p:spPr>
        <p:txBody>
          <a:bodyPr wrap="square" lIns="0" tIns="0" rIns="0" bIns="0" rtlCol="0" anchor="ctr"/>
          <a:lstStyle/>
          <a:p>
            <a:pPr marL="0" indent="0">
              <a:buNone/>
            </a:pPr>
            <a:r>
              <a:rPr lang="en-US" sz="1800" b="1" dirty="0">
                <a:solidFill>
                  <a:srgbClr val="111111"/>
                </a:solidFill>
              </a:rPr>
              <a:t>4_Start_Studio.bat</a:t>
            </a:r>
            <a:endParaRPr lang="en-US" sz="1800" dirty="0"/>
          </a:p>
        </p:txBody>
      </p:sp>
      <p:sp>
        <p:nvSpPr>
          <p:cNvPr id="16" name="Text 13"/>
          <p:cNvSpPr txBox="1"/>
          <p:nvPr/>
        </p:nvSpPr>
        <p:spPr>
          <a:xfrm>
            <a:off x="8915400" y="2313432"/>
            <a:ext cx="2606040" cy="1645920"/>
          </a:xfrm>
          <a:prstGeom prst="rect">
            <a:avLst/>
          </a:prstGeom>
          <a:noFill/>
          <a:ln/>
        </p:spPr>
        <p:txBody>
          <a:bodyPr wrap="square" lIns="0" tIns="0" rIns="0" bIns="0" rtlCol="0" anchor="t"/>
          <a:lstStyle/>
          <a:p>
            <a:pPr marL="0" indent="0">
              <a:buNone/>
            </a:pPr>
            <a:r>
              <a:rPr lang="en-US" sz="1400" dirty="0">
                <a:solidFill>
                  <a:srgbClr val="45484D"/>
                </a:solidFill>
              </a:rPr>
              <a:t>Opens the Studio in your browser at 127.0.0.1:8000. Nothing is online — the page is served by your own computer.</a:t>
            </a:r>
            <a:endParaRPr lang="en-US" sz="1400" dirty="0"/>
          </a:p>
        </p:txBody>
      </p:sp>
      <p:sp>
        <p:nvSpPr>
          <p:cNvPr id="17" name="Text 14"/>
          <p:cNvSpPr txBox="1"/>
          <p:nvPr/>
        </p:nvSpPr>
        <p:spPr>
          <a:xfrm>
            <a:off x="548640" y="4343400"/>
            <a:ext cx="11064240" cy="365760"/>
          </a:xfrm>
          <a:prstGeom prst="rect">
            <a:avLst/>
          </a:prstGeom>
          <a:noFill/>
          <a:ln/>
        </p:spPr>
        <p:txBody>
          <a:bodyPr wrap="square" lIns="0" tIns="0" rIns="0" bIns="0" rtlCol="0" anchor="ctr"/>
          <a:lstStyle/>
          <a:p>
            <a:pPr marL="0" indent="0">
              <a:buNone/>
            </a:pPr>
            <a:r>
              <a:rPr lang="en-US" sz="1600" b="1" dirty="0">
                <a:solidFill>
                  <a:srgbClr val="111111"/>
                </a:solidFill>
              </a:rPr>
              <a:t>From then on, only step 4.</a:t>
            </a:r>
            <a:endParaRPr lang="en-US" sz="1600" dirty="0"/>
          </a:p>
        </p:txBody>
      </p:sp>
      <p:sp>
        <p:nvSpPr>
          <p:cNvPr id="18" name="Shape 15"/>
          <p:cNvSpPr/>
          <p:nvPr/>
        </p:nvSpPr>
        <p:spPr>
          <a:xfrm>
            <a:off x="548640" y="4846320"/>
            <a:ext cx="11064240" cy="1097280"/>
          </a:xfrm>
          <a:prstGeom prst="roundRect">
            <a:avLst>
              <a:gd name="adj" fmla="val 6667"/>
            </a:avLst>
          </a:prstGeom>
          <a:solidFill>
            <a:srgbClr val="E8F3F1"/>
          </a:solidFill>
          <a:ln w="12700">
            <a:solidFill>
              <a:srgbClr val="0D6A62"/>
            </a:solidFill>
            <a:prstDash val="solid"/>
          </a:ln>
        </p:spPr>
        <p:txBody>
          <a:bodyPr/>
          <a:lstStyle/>
          <a:p>
            <a:endParaRPr lang="en-US"/>
          </a:p>
        </p:txBody>
      </p:sp>
      <p:sp>
        <p:nvSpPr>
          <p:cNvPr id="19" name="Text 16"/>
          <p:cNvSpPr txBox="1"/>
          <p:nvPr/>
        </p:nvSpPr>
        <p:spPr>
          <a:xfrm>
            <a:off x="777240" y="4937760"/>
            <a:ext cx="10607040" cy="914400"/>
          </a:xfrm>
          <a:prstGeom prst="rect">
            <a:avLst/>
          </a:prstGeom>
          <a:noFill/>
          <a:ln/>
        </p:spPr>
        <p:txBody>
          <a:bodyPr wrap="square" lIns="0" tIns="0" rIns="0" bIns="0" rtlCol="0" anchor="ctr"/>
          <a:lstStyle/>
          <a:p>
            <a:r>
              <a:rPr lang="en-US" sz="1500" b="1" dirty="0">
                <a:solidFill>
                  <a:srgbClr val="111111"/>
                </a:solidFill>
              </a:rPr>
              <a:t>The free local clone, qwen3cpp:  </a:t>
            </a:r>
            <a:r>
              <a:rPr lang="en-US" sz="1500" dirty="0">
                <a:solidFill>
                  <a:srgbClr val="45484D"/>
                </a:solidFill>
              </a:rPr>
              <a:t>nothing to pay and nothing leaves the computer — it just takes slightly longer to render. Run Step 3: </a:t>
            </a:r>
            <a:r>
              <a:rPr lang="en-US" sz="1500" b="1" dirty="0">
                <a:solidFill>
                  <a:srgbClr val="45484D"/>
                </a:solidFill>
              </a:rPr>
              <a:t>3_Get_Voice_Engine.bat </a:t>
            </a:r>
            <a:r>
              <a:rPr lang="en-US" sz="1500" dirty="0">
                <a:solidFill>
                  <a:srgbClr val="45484D"/>
                </a:solidFill>
              </a:rPr>
              <a:t>will allow </a:t>
            </a:r>
            <a:r>
              <a:rPr lang="en-US" altLang="zh-CN" sz="1500" dirty="0">
                <a:solidFill>
                  <a:srgbClr val="45484D"/>
                </a:solidFill>
              </a:rPr>
              <a:t>you to</a:t>
            </a:r>
            <a:r>
              <a:rPr lang="en-US" sz="1500" dirty="0">
                <a:solidFill>
                  <a:srgbClr val="45484D"/>
                </a:solidFill>
              </a:rPr>
              <a:t> install and compile the new realme-qwen3cpp engine. Ask Xinhua Yu, the </a:t>
            </a:r>
            <a:r>
              <a:rPr lang="en-US" sz="1500" dirty="0" err="1">
                <a:solidFill>
                  <a:srgbClr val="45484D"/>
                </a:solidFill>
              </a:rPr>
              <a:t>RealMe</a:t>
            </a:r>
            <a:r>
              <a:rPr lang="en-US" sz="1500" dirty="0">
                <a:solidFill>
                  <a:srgbClr val="45484D"/>
                </a:solidFill>
              </a:rPr>
              <a:t> developer, for a pre-made package that includes everything and is ready to run. </a:t>
            </a:r>
            <a:endParaRPr lang="en-US" sz="1500" b="1"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The Studio at a glance</a:t>
            </a:r>
            <a:endParaRPr lang="en-US" sz="3000" dirty="0"/>
          </a:p>
        </p:txBody>
      </p:sp>
      <p:sp>
        <p:nvSpPr>
          <p:cNvPr id="4" name="Shape 1"/>
          <p:cNvSpPr/>
          <p:nvPr/>
        </p:nvSpPr>
        <p:spPr>
          <a:xfrm>
            <a:off x="521208" y="1207008"/>
            <a:ext cx="9239359" cy="3666744"/>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5" name="Image 0" descr="The Studio's Lecture tab with status pills and start cards"/>
          <p:cNvPicPr>
            <a:picLocks noChangeAspect="1"/>
          </p:cNvPicPr>
          <p:nvPr/>
        </p:nvPicPr>
        <p:blipFill>
          <a:blip r:embed="rId3"/>
          <a:stretch>
            <a:fillRect/>
          </a:stretch>
        </p:blipFill>
        <p:spPr>
          <a:xfrm>
            <a:off x="548640" y="1234440"/>
            <a:ext cx="9184495" cy="3611880"/>
          </a:xfrm>
          <a:prstGeom prst="rect">
            <a:avLst/>
          </a:prstGeom>
        </p:spPr>
      </p:pic>
      <p:sp>
        <p:nvSpPr>
          <p:cNvPr id="6" name="Shape 2"/>
          <p:cNvSpPr/>
          <p:nvPr/>
        </p:nvSpPr>
        <p:spPr>
          <a:xfrm>
            <a:off x="548640" y="5074920"/>
            <a:ext cx="3566160" cy="1188720"/>
          </a:xfrm>
          <a:prstGeom prst="roundRect">
            <a:avLst>
              <a:gd name="adj" fmla="val 6154"/>
            </a:avLst>
          </a:prstGeom>
          <a:solidFill>
            <a:srgbClr val="F2F5F4"/>
          </a:solidFill>
          <a:ln w="12700">
            <a:solidFill>
              <a:srgbClr val="D5DCDA"/>
            </a:solidFill>
            <a:prstDash val="solid"/>
          </a:ln>
        </p:spPr>
        <p:txBody>
          <a:bodyPr/>
          <a:lstStyle/>
          <a:p>
            <a:endParaRPr lang="en-US"/>
          </a:p>
        </p:txBody>
      </p:sp>
      <p:sp>
        <p:nvSpPr>
          <p:cNvPr id="7" name="Text 3"/>
          <p:cNvSpPr txBox="1"/>
          <p:nvPr/>
        </p:nvSpPr>
        <p:spPr>
          <a:xfrm>
            <a:off x="777240" y="5257800"/>
            <a:ext cx="3154680" cy="457200"/>
          </a:xfrm>
          <a:prstGeom prst="rect">
            <a:avLst/>
          </a:prstGeom>
          <a:noFill/>
          <a:ln/>
        </p:spPr>
        <p:txBody>
          <a:bodyPr wrap="square" lIns="0" tIns="0" rIns="0" bIns="0" rtlCol="0" anchor="ctr"/>
          <a:lstStyle/>
          <a:p>
            <a:pPr marL="0" indent="0">
              <a:buNone/>
            </a:pPr>
            <a:r>
              <a:rPr lang="en-US" sz="1800" b="1" dirty="0">
                <a:solidFill>
                  <a:srgbClr val="111111"/>
                </a:solidFill>
              </a:rPr>
              <a:t>Six tabs</a:t>
            </a:r>
            <a:endParaRPr lang="en-US" sz="1800" dirty="0"/>
          </a:p>
        </p:txBody>
      </p:sp>
      <p:sp>
        <p:nvSpPr>
          <p:cNvPr id="8" name="Text 4"/>
          <p:cNvSpPr txBox="1"/>
          <p:nvPr/>
        </p:nvSpPr>
        <p:spPr>
          <a:xfrm>
            <a:off x="777240" y="5696712"/>
            <a:ext cx="3154680" cy="411480"/>
          </a:xfrm>
          <a:prstGeom prst="rect">
            <a:avLst/>
          </a:prstGeom>
          <a:noFill/>
          <a:ln/>
        </p:spPr>
        <p:txBody>
          <a:bodyPr wrap="square" lIns="0" tIns="0" rIns="0" bIns="0" rtlCol="0" anchor="t"/>
          <a:lstStyle/>
          <a:p>
            <a:pPr marL="0" indent="0">
              <a:buNone/>
            </a:pPr>
            <a:r>
              <a:rPr lang="en-US" sz="1400" dirty="0">
                <a:solidFill>
                  <a:srgbClr val="45484D"/>
                </a:solidFill>
              </a:rPr>
              <a:t>Lecture · Narrate Text · Podcast &amp; Debate · Twin Setup · Tools · Help</a:t>
            </a:r>
            <a:endParaRPr lang="en-US" sz="1400" dirty="0"/>
          </a:p>
        </p:txBody>
      </p:sp>
      <p:sp>
        <p:nvSpPr>
          <p:cNvPr id="9" name="Shape 5"/>
          <p:cNvSpPr/>
          <p:nvPr/>
        </p:nvSpPr>
        <p:spPr>
          <a:xfrm>
            <a:off x="4297680" y="5074920"/>
            <a:ext cx="3566160" cy="1188720"/>
          </a:xfrm>
          <a:prstGeom prst="roundRect">
            <a:avLst>
              <a:gd name="adj" fmla="val 6154"/>
            </a:avLst>
          </a:prstGeom>
          <a:solidFill>
            <a:srgbClr val="F2F5F4"/>
          </a:solidFill>
          <a:ln w="12700">
            <a:solidFill>
              <a:srgbClr val="D5DCDA"/>
            </a:solidFill>
            <a:prstDash val="solid"/>
          </a:ln>
        </p:spPr>
        <p:txBody>
          <a:bodyPr/>
          <a:lstStyle/>
          <a:p>
            <a:endParaRPr lang="en-US"/>
          </a:p>
        </p:txBody>
      </p:sp>
      <p:sp>
        <p:nvSpPr>
          <p:cNvPr id="10" name="Text 6"/>
          <p:cNvSpPr txBox="1"/>
          <p:nvPr/>
        </p:nvSpPr>
        <p:spPr>
          <a:xfrm>
            <a:off x="4526280" y="5257800"/>
            <a:ext cx="3154680" cy="457200"/>
          </a:xfrm>
          <a:prstGeom prst="rect">
            <a:avLst/>
          </a:prstGeom>
          <a:noFill/>
          <a:ln/>
        </p:spPr>
        <p:txBody>
          <a:bodyPr wrap="square" lIns="0" tIns="0" rIns="0" bIns="0" rtlCol="0" anchor="ctr"/>
          <a:lstStyle/>
          <a:p>
            <a:pPr marL="0" indent="0">
              <a:buNone/>
            </a:pPr>
            <a:r>
              <a:rPr lang="en-US" sz="1800" b="1" dirty="0">
                <a:solidFill>
                  <a:srgbClr val="111111"/>
                </a:solidFill>
              </a:rPr>
              <a:t>Status pills</a:t>
            </a:r>
            <a:endParaRPr lang="en-US" sz="1800" dirty="0"/>
          </a:p>
        </p:txBody>
      </p:sp>
      <p:sp>
        <p:nvSpPr>
          <p:cNvPr id="11" name="Text 7"/>
          <p:cNvSpPr txBox="1"/>
          <p:nvPr/>
        </p:nvSpPr>
        <p:spPr>
          <a:xfrm>
            <a:off x="4526280" y="5696712"/>
            <a:ext cx="3154680" cy="411480"/>
          </a:xfrm>
          <a:prstGeom prst="rect">
            <a:avLst/>
          </a:prstGeom>
          <a:noFill/>
          <a:ln/>
        </p:spPr>
        <p:txBody>
          <a:bodyPr wrap="square" lIns="0" tIns="0" rIns="0" bIns="0" rtlCol="0" anchor="t"/>
          <a:lstStyle/>
          <a:p>
            <a:pPr marL="0" indent="0">
              <a:buNone/>
            </a:pPr>
            <a:r>
              <a:rPr lang="en-US" sz="1400" dirty="0">
                <a:solidFill>
                  <a:srgbClr val="45484D"/>
                </a:solidFill>
              </a:rPr>
              <a:t>Green is ready. Anything missing says, in plain words, what to do next.</a:t>
            </a:r>
            <a:endParaRPr lang="en-US" sz="1400" dirty="0"/>
          </a:p>
        </p:txBody>
      </p:sp>
      <p:sp>
        <p:nvSpPr>
          <p:cNvPr id="12" name="Shape 8"/>
          <p:cNvSpPr/>
          <p:nvPr/>
        </p:nvSpPr>
        <p:spPr>
          <a:xfrm>
            <a:off x="8046720" y="5074920"/>
            <a:ext cx="3566160" cy="1188720"/>
          </a:xfrm>
          <a:prstGeom prst="roundRect">
            <a:avLst>
              <a:gd name="adj" fmla="val 6154"/>
            </a:avLst>
          </a:prstGeom>
          <a:solidFill>
            <a:srgbClr val="F2F5F4"/>
          </a:solidFill>
          <a:ln w="12700">
            <a:solidFill>
              <a:srgbClr val="D5DCDA"/>
            </a:solidFill>
            <a:prstDash val="solid"/>
          </a:ln>
        </p:spPr>
        <p:txBody>
          <a:bodyPr/>
          <a:lstStyle/>
          <a:p>
            <a:endParaRPr lang="en-US"/>
          </a:p>
        </p:txBody>
      </p:sp>
      <p:sp>
        <p:nvSpPr>
          <p:cNvPr id="13" name="Text 9"/>
          <p:cNvSpPr txBox="1"/>
          <p:nvPr/>
        </p:nvSpPr>
        <p:spPr>
          <a:xfrm>
            <a:off x="8275320" y="5257800"/>
            <a:ext cx="3154680" cy="457200"/>
          </a:xfrm>
          <a:prstGeom prst="rect">
            <a:avLst/>
          </a:prstGeom>
          <a:noFill/>
          <a:ln/>
        </p:spPr>
        <p:txBody>
          <a:bodyPr wrap="square" lIns="0" tIns="0" rIns="0" bIns="0" rtlCol="0" anchor="ctr"/>
          <a:lstStyle/>
          <a:p>
            <a:pPr marL="0" indent="0">
              <a:buNone/>
            </a:pPr>
            <a:r>
              <a:rPr lang="en-US" sz="1800" b="1" dirty="0">
                <a:solidFill>
                  <a:srgbClr val="111111"/>
                </a:solidFill>
              </a:rPr>
              <a:t>Activity</a:t>
            </a:r>
            <a:endParaRPr lang="en-US" sz="1800" dirty="0"/>
          </a:p>
        </p:txBody>
      </p:sp>
      <p:sp>
        <p:nvSpPr>
          <p:cNvPr id="14" name="Text 10"/>
          <p:cNvSpPr txBox="1"/>
          <p:nvPr/>
        </p:nvSpPr>
        <p:spPr>
          <a:xfrm>
            <a:off x="8275320" y="5696712"/>
            <a:ext cx="3154680" cy="411480"/>
          </a:xfrm>
          <a:prstGeom prst="rect">
            <a:avLst/>
          </a:prstGeom>
          <a:noFill/>
          <a:ln/>
        </p:spPr>
        <p:txBody>
          <a:bodyPr wrap="square" lIns="0" tIns="0" rIns="0" bIns="0" rtlCol="0" anchor="t"/>
          <a:lstStyle/>
          <a:p>
            <a:pPr marL="0" indent="0">
              <a:buNone/>
            </a:pPr>
            <a:r>
              <a:rPr lang="en-US" sz="1400" dirty="0">
                <a:solidFill>
                  <a:srgbClr val="45484D"/>
                </a:solidFill>
              </a:rPr>
              <a:t>Says what is happening: drafting, recording slide 3 of 12, creating the video.</a:t>
            </a:r>
            <a:endParaRPr lang="en-US" sz="14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Record your voice once</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Twin Setup → Your voice  ·  only if you chose a cloned voice, enroll it into the free realme-qwen3cpp voice engine</a:t>
            </a:r>
            <a:endParaRPr lang="en-US" sz="1600" dirty="0"/>
          </a:p>
        </p:txBody>
      </p:sp>
      <p:sp>
        <p:nvSpPr>
          <p:cNvPr id="5" name="Text 2"/>
          <p:cNvSpPr txBox="1"/>
          <p:nvPr/>
        </p:nvSpPr>
        <p:spPr>
          <a:xfrm>
            <a:off x="548640" y="1508760"/>
            <a:ext cx="5394960" cy="2011680"/>
          </a:xfrm>
          <a:prstGeom prst="rect">
            <a:avLst/>
          </a:prstGeom>
          <a:noFill/>
          <a:ln/>
        </p:spPr>
        <p:txBody>
          <a:bodyPr wrap="square" lIns="0" tIns="0" rIns="0" bIns="0" rtlCol="0" anchor="t"/>
          <a:lstStyle/>
          <a:p>
            <a:pPr marL="0" indent="0">
              <a:spcAft>
                <a:spcPts val="1400"/>
              </a:spcAft>
              <a:buNone/>
            </a:pPr>
            <a:r>
              <a:rPr lang="en-US" sz="1600" b="1" dirty="0">
                <a:solidFill>
                  <a:srgbClr val="111111"/>
                </a:solidFill>
              </a:rPr>
              <a:t>30 to 60 seconds</a:t>
            </a:r>
            <a:r>
              <a:rPr lang="en-US" sz="1600" dirty="0">
                <a:solidFill>
                  <a:srgbClr val="45484D"/>
                </a:solidFill>
              </a:rPr>
              <a:t>  of you reading something you have the text of</a:t>
            </a:r>
            <a:endParaRPr lang="en-US" sz="1600" dirty="0"/>
          </a:p>
          <a:p>
            <a:pPr marL="0" indent="0">
              <a:spcAft>
                <a:spcPts val="1400"/>
              </a:spcAft>
              <a:buNone/>
            </a:pPr>
            <a:r>
              <a:rPr lang="en-US" sz="1600" b="1" dirty="0">
                <a:solidFill>
                  <a:srgbClr val="111111"/>
                </a:solidFill>
              </a:rPr>
              <a:t>What you read</a:t>
            </a:r>
            <a:r>
              <a:rPr lang="en-US" sz="1600" dirty="0">
                <a:solidFill>
                  <a:srgbClr val="45484D"/>
                </a:solidFill>
              </a:rPr>
              <a:t>  paste the exact words, press Save the text</a:t>
            </a:r>
            <a:endParaRPr lang="en-US" sz="1600" dirty="0"/>
          </a:p>
          <a:p>
            <a:pPr marL="0" indent="0">
              <a:spcAft>
                <a:spcPts val="1400"/>
              </a:spcAft>
              <a:buNone/>
            </a:pPr>
            <a:r>
              <a:rPr lang="en-US" sz="1600" b="1" dirty="0">
                <a:solidFill>
                  <a:srgbClr val="111111"/>
                </a:solidFill>
              </a:rPr>
              <a:t>Read the way you lecture</a:t>
            </a:r>
            <a:r>
              <a:rPr lang="en-US" sz="1600" dirty="0">
                <a:solidFill>
                  <a:srgbClr val="45484D"/>
                </a:solidFill>
              </a:rPr>
              <a:t>  not slowly, not a performance: the clone copies what you give it</a:t>
            </a:r>
            <a:endParaRPr lang="en-US" sz="1600" dirty="0"/>
          </a:p>
        </p:txBody>
      </p:sp>
      <p:sp>
        <p:nvSpPr>
          <p:cNvPr id="6" name="Text 3"/>
          <p:cNvSpPr txBox="1"/>
          <p:nvPr/>
        </p:nvSpPr>
        <p:spPr>
          <a:xfrm>
            <a:off x="6217920" y="1508760"/>
            <a:ext cx="5394960" cy="2011680"/>
          </a:xfrm>
          <a:prstGeom prst="rect">
            <a:avLst/>
          </a:prstGeom>
          <a:noFill/>
          <a:ln/>
        </p:spPr>
        <p:txBody>
          <a:bodyPr wrap="square" lIns="0" tIns="0" rIns="0" bIns="0" rtlCol="0" anchor="t"/>
          <a:lstStyle/>
          <a:p>
            <a:pPr marL="0" indent="0">
              <a:spcAft>
                <a:spcPts val="1400"/>
              </a:spcAft>
              <a:buNone/>
            </a:pPr>
            <a:r>
              <a:rPr lang="en-US" sz="1600" b="1" dirty="0">
                <a:solidFill>
                  <a:srgbClr val="111111"/>
                </a:solidFill>
              </a:rPr>
              <a:t>One sitting, one room, one microphone</a:t>
            </a:r>
            <a:endParaRPr lang="en-US" sz="1600" dirty="0"/>
          </a:p>
          <a:p>
            <a:pPr marL="0" indent="0">
              <a:spcAft>
                <a:spcPts val="1400"/>
              </a:spcAft>
              <a:buNone/>
            </a:pPr>
            <a:r>
              <a:rPr lang="en-US" sz="1600" b="1" dirty="0">
                <a:solidFill>
                  <a:srgbClr val="111111"/>
                </a:solidFill>
              </a:rPr>
              <a:t>The page checks it</a:t>
            </a:r>
            <a:r>
              <a:rPr lang="en-US" sz="1600" dirty="0">
                <a:solidFill>
                  <a:srgbClr val="45484D"/>
                </a:solidFill>
              </a:rPr>
              <a:t>  length, level and noise — if it says record again, record again</a:t>
            </a:r>
            <a:endParaRPr lang="en-US" sz="1600" dirty="0"/>
          </a:p>
          <a:p>
            <a:pPr marL="0" indent="0">
              <a:spcAft>
                <a:spcPts val="1400"/>
              </a:spcAft>
              <a:buNone/>
            </a:pPr>
            <a:r>
              <a:rPr lang="en-US" sz="1600" b="1" dirty="0">
                <a:solidFill>
                  <a:srgbClr val="111111"/>
                </a:solidFill>
              </a:rPr>
              <a:t>Save this voice</a:t>
            </a:r>
            <a:r>
              <a:rPr lang="en-US" sz="1600" dirty="0">
                <a:solidFill>
                  <a:srgbClr val="45484D"/>
                </a:solidFill>
              </a:rPr>
              <a:t>  when it is right</a:t>
            </a:r>
            <a:endParaRPr lang="en-US" sz="1600" dirty="0"/>
          </a:p>
        </p:txBody>
      </p:sp>
      <p:sp>
        <p:nvSpPr>
          <p:cNvPr id="7" name="Shape 4"/>
          <p:cNvSpPr/>
          <p:nvPr/>
        </p:nvSpPr>
        <p:spPr>
          <a:xfrm>
            <a:off x="2352841" y="3675888"/>
            <a:ext cx="7455838" cy="2569464"/>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0" descr="Your voice panel"/>
          <p:cNvPicPr>
            <a:picLocks noChangeAspect="1"/>
          </p:cNvPicPr>
          <p:nvPr/>
        </p:nvPicPr>
        <p:blipFill>
          <a:blip r:embed="rId3"/>
          <a:stretch>
            <a:fillRect/>
          </a:stretch>
        </p:blipFill>
        <p:spPr>
          <a:xfrm>
            <a:off x="2380273" y="3703320"/>
            <a:ext cx="7400974" cy="2514600"/>
          </a:xfrm>
          <a:prstGeom prst="rect">
            <a:avLst/>
          </a:prstGeom>
        </p:spPr>
      </p:pic>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Create your cloned voice</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Twin Setup → Gemini cloned voice  ·  if you chose Gemini</a:t>
            </a:r>
            <a:endParaRPr lang="en-US" sz="1600" dirty="0"/>
          </a:p>
        </p:txBody>
      </p:sp>
      <p:sp>
        <p:nvSpPr>
          <p:cNvPr id="5" name="Shape 2"/>
          <p:cNvSpPr/>
          <p:nvPr/>
        </p:nvSpPr>
        <p:spPr>
          <a:xfrm>
            <a:off x="548640" y="1600200"/>
            <a:ext cx="4754880" cy="1325880"/>
          </a:xfrm>
          <a:prstGeom prst="roundRect">
            <a:avLst>
              <a:gd name="adj" fmla="val 5517"/>
            </a:avLst>
          </a:prstGeom>
          <a:solidFill>
            <a:srgbClr val="F2F5F4"/>
          </a:solidFill>
          <a:ln w="12700">
            <a:solidFill>
              <a:srgbClr val="D5DCDA"/>
            </a:solidFill>
            <a:prstDash val="solid"/>
          </a:ln>
        </p:spPr>
        <p:txBody>
          <a:bodyPr/>
          <a:lstStyle/>
          <a:p>
            <a:endParaRPr lang="en-US"/>
          </a:p>
        </p:txBody>
      </p:sp>
      <p:sp>
        <p:nvSpPr>
          <p:cNvPr id="6" name="Text 3"/>
          <p:cNvSpPr txBox="1"/>
          <p:nvPr/>
        </p:nvSpPr>
        <p:spPr>
          <a:xfrm>
            <a:off x="777240" y="178308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1</a:t>
            </a:r>
            <a:endParaRPr lang="en-US" sz="2800" dirty="0"/>
          </a:p>
        </p:txBody>
      </p:sp>
      <p:sp>
        <p:nvSpPr>
          <p:cNvPr id="7" name="Text 4"/>
          <p:cNvSpPr txBox="1"/>
          <p:nvPr/>
        </p:nvSpPr>
        <p:spPr>
          <a:xfrm>
            <a:off x="1325880" y="1783080"/>
            <a:ext cx="3794760" cy="457200"/>
          </a:xfrm>
          <a:prstGeom prst="rect">
            <a:avLst/>
          </a:prstGeom>
          <a:noFill/>
          <a:ln/>
        </p:spPr>
        <p:txBody>
          <a:bodyPr wrap="square" lIns="0" tIns="0" rIns="0" bIns="0" rtlCol="0" anchor="ctr"/>
          <a:lstStyle/>
          <a:p>
            <a:pPr marL="0" indent="0">
              <a:buNone/>
            </a:pPr>
            <a:r>
              <a:rPr lang="en-US" sz="1800" b="1" dirty="0">
                <a:solidFill>
                  <a:srgbClr val="111111"/>
                </a:solidFill>
              </a:rPr>
              <a:t>Confirm a paid project</a:t>
            </a:r>
            <a:endParaRPr lang="en-US" sz="1800" dirty="0"/>
          </a:p>
        </p:txBody>
      </p:sp>
      <p:sp>
        <p:nvSpPr>
          <p:cNvPr id="8" name="Text 5"/>
          <p:cNvSpPr txBox="1"/>
          <p:nvPr/>
        </p:nvSpPr>
        <p:spPr>
          <a:xfrm>
            <a:off x="1325880" y="2221992"/>
            <a:ext cx="3794760" cy="548640"/>
          </a:xfrm>
          <a:prstGeom prst="rect">
            <a:avLst/>
          </a:prstGeom>
          <a:noFill/>
          <a:ln/>
        </p:spPr>
        <p:txBody>
          <a:bodyPr wrap="square" lIns="0" tIns="0" rIns="0" bIns="0" rtlCol="0" anchor="t"/>
          <a:lstStyle/>
          <a:p>
            <a:pPr marL="0" indent="0">
              <a:buNone/>
            </a:pPr>
            <a:r>
              <a:rPr lang="en-US" sz="1400" dirty="0">
                <a:solidFill>
                  <a:srgbClr val="45484D"/>
                </a:solidFill>
              </a:rPr>
              <a:t>On the free tier Google may review what you send — and your voice is personal information.</a:t>
            </a:r>
            <a:endParaRPr lang="en-US" sz="1400" dirty="0"/>
          </a:p>
        </p:txBody>
      </p:sp>
      <p:sp>
        <p:nvSpPr>
          <p:cNvPr id="9" name="Shape 6"/>
          <p:cNvSpPr/>
          <p:nvPr/>
        </p:nvSpPr>
        <p:spPr>
          <a:xfrm>
            <a:off x="548640" y="3063240"/>
            <a:ext cx="4754880" cy="1325880"/>
          </a:xfrm>
          <a:prstGeom prst="roundRect">
            <a:avLst>
              <a:gd name="adj" fmla="val 5517"/>
            </a:avLst>
          </a:prstGeom>
          <a:solidFill>
            <a:srgbClr val="F2F5F4"/>
          </a:solidFill>
          <a:ln w="12700">
            <a:solidFill>
              <a:srgbClr val="D5DCDA"/>
            </a:solidFill>
            <a:prstDash val="solid"/>
          </a:ln>
        </p:spPr>
        <p:txBody>
          <a:bodyPr/>
          <a:lstStyle/>
          <a:p>
            <a:endParaRPr lang="en-US"/>
          </a:p>
        </p:txBody>
      </p:sp>
      <p:sp>
        <p:nvSpPr>
          <p:cNvPr id="10" name="Text 7"/>
          <p:cNvSpPr txBox="1"/>
          <p:nvPr/>
        </p:nvSpPr>
        <p:spPr>
          <a:xfrm>
            <a:off x="777240" y="324612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2</a:t>
            </a:r>
            <a:endParaRPr lang="en-US" sz="2800" dirty="0"/>
          </a:p>
        </p:txBody>
      </p:sp>
      <p:sp>
        <p:nvSpPr>
          <p:cNvPr id="11" name="Text 8"/>
          <p:cNvSpPr txBox="1"/>
          <p:nvPr/>
        </p:nvSpPr>
        <p:spPr>
          <a:xfrm>
            <a:off x="1325880" y="3246120"/>
            <a:ext cx="3794760" cy="457200"/>
          </a:xfrm>
          <a:prstGeom prst="rect">
            <a:avLst/>
          </a:prstGeom>
          <a:noFill/>
          <a:ln/>
        </p:spPr>
        <p:txBody>
          <a:bodyPr wrap="square" lIns="0" tIns="0" rIns="0" bIns="0" rtlCol="0" anchor="ctr"/>
          <a:lstStyle/>
          <a:p>
            <a:pPr marL="0" indent="0">
              <a:buNone/>
            </a:pPr>
            <a:r>
              <a:rPr lang="en-US" sz="1800" b="1" dirty="0">
                <a:solidFill>
                  <a:srgbClr val="111111"/>
                </a:solidFill>
              </a:rPr>
              <a:t>Record the consent sentence</a:t>
            </a:r>
            <a:endParaRPr lang="en-US" sz="1800" dirty="0"/>
          </a:p>
        </p:txBody>
      </p:sp>
      <p:sp>
        <p:nvSpPr>
          <p:cNvPr id="12" name="Text 9"/>
          <p:cNvSpPr txBox="1"/>
          <p:nvPr/>
        </p:nvSpPr>
        <p:spPr>
          <a:xfrm>
            <a:off x="1325880" y="3685032"/>
            <a:ext cx="3794760" cy="548640"/>
          </a:xfrm>
          <a:prstGeom prst="rect">
            <a:avLst/>
          </a:prstGeom>
          <a:noFill/>
          <a:ln/>
        </p:spPr>
        <p:txBody>
          <a:bodyPr wrap="square" lIns="0" tIns="0" rIns="0" bIns="0" rtlCol="0" anchor="t"/>
          <a:lstStyle/>
          <a:p>
            <a:pPr marL="0" indent="0">
              <a:buNone/>
            </a:pPr>
            <a:r>
              <a:rPr lang="en-US" sz="1400" dirty="0">
                <a:solidFill>
                  <a:srgbClr val="45484D"/>
                </a:solidFill>
              </a:rPr>
              <a:t>Google requires its exact wording. Same room, same microphone.</a:t>
            </a:r>
            <a:endParaRPr lang="en-US" sz="1400" dirty="0"/>
          </a:p>
        </p:txBody>
      </p:sp>
      <p:sp>
        <p:nvSpPr>
          <p:cNvPr id="13" name="Shape 10"/>
          <p:cNvSpPr/>
          <p:nvPr/>
        </p:nvSpPr>
        <p:spPr>
          <a:xfrm>
            <a:off x="548640" y="4526280"/>
            <a:ext cx="4754880" cy="1325880"/>
          </a:xfrm>
          <a:prstGeom prst="roundRect">
            <a:avLst>
              <a:gd name="adj" fmla="val 5517"/>
            </a:avLst>
          </a:prstGeom>
          <a:solidFill>
            <a:srgbClr val="F2F5F4"/>
          </a:solidFill>
          <a:ln w="12700">
            <a:solidFill>
              <a:srgbClr val="D5DCDA"/>
            </a:solidFill>
            <a:prstDash val="solid"/>
          </a:ln>
        </p:spPr>
        <p:txBody>
          <a:bodyPr/>
          <a:lstStyle/>
          <a:p>
            <a:endParaRPr lang="en-US"/>
          </a:p>
        </p:txBody>
      </p:sp>
      <p:sp>
        <p:nvSpPr>
          <p:cNvPr id="14" name="Text 11"/>
          <p:cNvSpPr txBox="1"/>
          <p:nvPr/>
        </p:nvSpPr>
        <p:spPr>
          <a:xfrm>
            <a:off x="777240" y="4709160"/>
            <a:ext cx="548640" cy="548640"/>
          </a:xfrm>
          <a:prstGeom prst="rect">
            <a:avLst/>
          </a:prstGeom>
          <a:noFill/>
          <a:ln/>
        </p:spPr>
        <p:txBody>
          <a:bodyPr wrap="square" lIns="0" tIns="0" rIns="0" bIns="0" rtlCol="0" anchor="ctr"/>
          <a:lstStyle/>
          <a:p>
            <a:pPr marL="0" indent="0">
              <a:buNone/>
            </a:pPr>
            <a:r>
              <a:rPr lang="en-US" sz="2800" b="1" dirty="0">
                <a:solidFill>
                  <a:srgbClr val="0D6A62"/>
                </a:solidFill>
                <a:latin typeface="Cambria" pitchFamily="34" charset="0"/>
                <a:ea typeface="Cambria" pitchFamily="34" charset="-122"/>
                <a:cs typeface="Cambria" pitchFamily="34" charset="-120"/>
              </a:rPr>
              <a:t>3</a:t>
            </a:r>
            <a:endParaRPr lang="en-US" sz="2800" dirty="0"/>
          </a:p>
        </p:txBody>
      </p:sp>
      <p:sp>
        <p:nvSpPr>
          <p:cNvPr id="15" name="Text 12"/>
          <p:cNvSpPr txBox="1"/>
          <p:nvPr/>
        </p:nvSpPr>
        <p:spPr>
          <a:xfrm>
            <a:off x="1325880" y="4709160"/>
            <a:ext cx="3794760" cy="457200"/>
          </a:xfrm>
          <a:prstGeom prst="rect">
            <a:avLst/>
          </a:prstGeom>
          <a:noFill/>
          <a:ln/>
        </p:spPr>
        <p:txBody>
          <a:bodyPr wrap="square" lIns="0" tIns="0" rIns="0" bIns="0" rtlCol="0" anchor="ctr"/>
          <a:lstStyle/>
          <a:p>
            <a:pPr marL="0" indent="0">
              <a:buNone/>
            </a:pPr>
            <a:r>
              <a:rPr lang="en-US" sz="1800" b="1" dirty="0">
                <a:solidFill>
                  <a:srgbClr val="111111"/>
                </a:solidFill>
              </a:rPr>
              <a:t>Create the cloned voice</a:t>
            </a:r>
            <a:endParaRPr lang="en-US" sz="1800" dirty="0"/>
          </a:p>
        </p:txBody>
      </p:sp>
      <p:sp>
        <p:nvSpPr>
          <p:cNvPr id="16" name="Text 13"/>
          <p:cNvSpPr txBox="1"/>
          <p:nvPr/>
        </p:nvSpPr>
        <p:spPr>
          <a:xfrm>
            <a:off x="1325880" y="5148072"/>
            <a:ext cx="3794760" cy="548640"/>
          </a:xfrm>
          <a:prstGeom prst="rect">
            <a:avLst/>
          </a:prstGeom>
          <a:noFill/>
          <a:ln/>
        </p:spPr>
        <p:txBody>
          <a:bodyPr wrap="square" lIns="0" tIns="0" rIns="0" bIns="0" rtlCol="0" anchor="t"/>
          <a:lstStyle/>
          <a:p>
            <a:pPr marL="0" indent="0">
              <a:buNone/>
            </a:pPr>
            <a:r>
              <a:rPr lang="en-US" sz="1400" dirty="0">
                <a:solidFill>
                  <a:srgbClr val="45484D"/>
                </a:solidFill>
              </a:rPr>
              <a:t>Greyed out until everything is there — the line under it says what is missing. Then every lecture speaks in it.</a:t>
            </a:r>
            <a:endParaRPr lang="en-US" sz="1400" dirty="0"/>
          </a:p>
        </p:txBody>
      </p:sp>
      <p:sp>
        <p:nvSpPr>
          <p:cNvPr id="17" name="Shape 14"/>
          <p:cNvSpPr/>
          <p:nvPr/>
        </p:nvSpPr>
        <p:spPr>
          <a:xfrm>
            <a:off x="5641848" y="1572768"/>
            <a:ext cx="5998464" cy="2505296"/>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18" name="Image 0" descr="Gemini cloned voice panel"/>
          <p:cNvPicPr>
            <a:picLocks noChangeAspect="1"/>
          </p:cNvPicPr>
          <p:nvPr/>
        </p:nvPicPr>
        <p:blipFill>
          <a:blip r:embed="rId3"/>
          <a:stretch>
            <a:fillRect/>
          </a:stretch>
        </p:blipFill>
        <p:spPr>
          <a:xfrm>
            <a:off x="5669280" y="1600200"/>
            <a:ext cx="5943600" cy="2450432"/>
          </a:xfrm>
          <a:prstGeom prst="rect">
            <a:avLst/>
          </a:prstGeom>
        </p:spPr>
      </p:pic>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Cheap first, expensive last</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Every step catches a mistake before the costly one</a:t>
            </a:r>
            <a:endParaRPr lang="en-US" sz="1600" dirty="0"/>
          </a:p>
        </p:txBody>
      </p:sp>
      <p:sp>
        <p:nvSpPr>
          <p:cNvPr id="5" name="Shape 2"/>
          <p:cNvSpPr/>
          <p:nvPr/>
        </p:nvSpPr>
        <p:spPr>
          <a:xfrm>
            <a:off x="548640" y="2103120"/>
            <a:ext cx="2057400" cy="1828800"/>
          </a:xfrm>
          <a:prstGeom prst="roundRect">
            <a:avLst>
              <a:gd name="adj" fmla="val 4000"/>
            </a:avLst>
          </a:prstGeom>
          <a:solidFill>
            <a:srgbClr val="F2F5F4"/>
          </a:solidFill>
          <a:ln w="12700">
            <a:solidFill>
              <a:srgbClr val="D5DCDA"/>
            </a:solidFill>
            <a:prstDash val="solid"/>
          </a:ln>
        </p:spPr>
        <p:txBody>
          <a:bodyPr/>
          <a:lstStyle/>
          <a:p>
            <a:endParaRPr lang="en-US"/>
          </a:p>
        </p:txBody>
      </p:sp>
      <p:sp>
        <p:nvSpPr>
          <p:cNvPr id="6" name="Text 3"/>
          <p:cNvSpPr txBox="1"/>
          <p:nvPr/>
        </p:nvSpPr>
        <p:spPr>
          <a:xfrm>
            <a:off x="685800" y="2331720"/>
            <a:ext cx="1783080" cy="457200"/>
          </a:xfrm>
          <a:prstGeom prst="rect">
            <a:avLst/>
          </a:prstGeom>
          <a:noFill/>
          <a:ln/>
        </p:spPr>
        <p:txBody>
          <a:bodyPr wrap="square" lIns="0" tIns="0" rIns="0" bIns="0" rtlCol="0" anchor="ctr"/>
          <a:lstStyle/>
          <a:p>
            <a:pPr marL="0" indent="0" algn="ctr">
              <a:buNone/>
            </a:pPr>
            <a:r>
              <a:rPr lang="en-US" sz="1900" b="1" dirty="0">
                <a:solidFill>
                  <a:srgbClr val="111111"/>
                </a:solidFill>
              </a:rPr>
              <a:t>Draft</a:t>
            </a:r>
            <a:endParaRPr lang="en-US" sz="1900" dirty="0"/>
          </a:p>
        </p:txBody>
      </p:sp>
      <p:sp>
        <p:nvSpPr>
          <p:cNvPr id="7" name="Text 4"/>
          <p:cNvSpPr txBox="1"/>
          <p:nvPr/>
        </p:nvSpPr>
        <p:spPr>
          <a:xfrm>
            <a:off x="685800" y="2880360"/>
            <a:ext cx="1783080" cy="365760"/>
          </a:xfrm>
          <a:prstGeom prst="rect">
            <a:avLst/>
          </a:prstGeom>
          <a:noFill/>
          <a:ln/>
        </p:spPr>
        <p:txBody>
          <a:bodyPr wrap="square" lIns="0" tIns="0" rIns="0" bIns="0" rtlCol="0" anchor="ctr"/>
          <a:lstStyle/>
          <a:p>
            <a:pPr marL="0" indent="0" algn="ctr">
              <a:buNone/>
            </a:pPr>
            <a:r>
              <a:rPr lang="en-US" sz="1500" b="1" dirty="0">
                <a:solidFill>
                  <a:srgbClr val="0D6A62"/>
                </a:solidFill>
              </a:rPr>
              <a:t>one model call</a:t>
            </a:r>
            <a:endParaRPr lang="en-US" sz="1500" dirty="0"/>
          </a:p>
        </p:txBody>
      </p:sp>
      <p:sp>
        <p:nvSpPr>
          <p:cNvPr id="8" name="Text 5"/>
          <p:cNvSpPr txBox="1"/>
          <p:nvPr/>
        </p:nvSpPr>
        <p:spPr>
          <a:xfrm>
            <a:off x="685800" y="3291840"/>
            <a:ext cx="1783080" cy="502920"/>
          </a:xfrm>
          <a:prstGeom prst="rect">
            <a:avLst/>
          </a:prstGeom>
          <a:noFill/>
          <a:ln/>
        </p:spPr>
        <p:txBody>
          <a:bodyPr wrap="square" lIns="0" tIns="0" rIns="0" bIns="0" rtlCol="0" anchor="ctr"/>
          <a:lstStyle/>
          <a:p>
            <a:pPr marL="0" indent="0" algn="ctr">
              <a:buNone/>
            </a:pPr>
            <a:r>
              <a:rPr lang="en-US" sz="1300" dirty="0">
                <a:solidFill>
                  <a:srgbClr val="45484D"/>
                </a:solidFill>
              </a:rPr>
              <a:t>seconds</a:t>
            </a:r>
            <a:endParaRPr lang="en-US" sz="1300" dirty="0"/>
          </a:p>
        </p:txBody>
      </p:sp>
      <p:sp>
        <p:nvSpPr>
          <p:cNvPr id="9" name="Text 6"/>
          <p:cNvSpPr txBox="1"/>
          <p:nvPr/>
        </p:nvSpPr>
        <p:spPr>
          <a:xfrm>
            <a:off x="2587752" y="2743200"/>
            <a:ext cx="228600" cy="548640"/>
          </a:xfrm>
          <a:prstGeom prst="rect">
            <a:avLst/>
          </a:prstGeom>
          <a:noFill/>
          <a:ln/>
        </p:spPr>
        <p:txBody>
          <a:bodyPr wrap="square" lIns="0" tIns="0" rIns="0" bIns="0" rtlCol="0" anchor="ctr"/>
          <a:lstStyle/>
          <a:p>
            <a:pPr marL="0" indent="0" algn="ctr">
              <a:buNone/>
            </a:pPr>
            <a:r>
              <a:rPr lang="en-US" sz="2600" dirty="0">
                <a:solidFill>
                  <a:srgbClr val="0D6A62"/>
                </a:solidFill>
              </a:rPr>
              <a:t>›</a:t>
            </a:r>
            <a:endParaRPr lang="en-US" sz="2600" dirty="0"/>
          </a:p>
        </p:txBody>
      </p:sp>
      <p:sp>
        <p:nvSpPr>
          <p:cNvPr id="10" name="Shape 7"/>
          <p:cNvSpPr/>
          <p:nvPr/>
        </p:nvSpPr>
        <p:spPr>
          <a:xfrm>
            <a:off x="2798064" y="2103120"/>
            <a:ext cx="2057400" cy="1828800"/>
          </a:xfrm>
          <a:prstGeom prst="roundRect">
            <a:avLst>
              <a:gd name="adj" fmla="val 4000"/>
            </a:avLst>
          </a:prstGeom>
          <a:solidFill>
            <a:srgbClr val="F2F5F4"/>
          </a:solidFill>
          <a:ln w="12700">
            <a:solidFill>
              <a:srgbClr val="D5DCDA"/>
            </a:solidFill>
            <a:prstDash val="solid"/>
          </a:ln>
        </p:spPr>
        <p:txBody>
          <a:bodyPr/>
          <a:lstStyle/>
          <a:p>
            <a:endParaRPr lang="en-US"/>
          </a:p>
        </p:txBody>
      </p:sp>
      <p:sp>
        <p:nvSpPr>
          <p:cNvPr id="11" name="Text 8"/>
          <p:cNvSpPr txBox="1"/>
          <p:nvPr/>
        </p:nvSpPr>
        <p:spPr>
          <a:xfrm>
            <a:off x="2935224" y="2331720"/>
            <a:ext cx="1783080" cy="457200"/>
          </a:xfrm>
          <a:prstGeom prst="rect">
            <a:avLst/>
          </a:prstGeom>
          <a:noFill/>
          <a:ln/>
        </p:spPr>
        <p:txBody>
          <a:bodyPr wrap="square" lIns="0" tIns="0" rIns="0" bIns="0" rtlCol="0" anchor="ctr"/>
          <a:lstStyle/>
          <a:p>
            <a:pPr marL="0" indent="0" algn="ctr">
              <a:buNone/>
            </a:pPr>
            <a:r>
              <a:rPr lang="en-US" sz="1900" b="1" dirty="0">
                <a:solidFill>
                  <a:srgbClr val="111111"/>
                </a:solidFill>
              </a:rPr>
              <a:t>Read &amp; edit</a:t>
            </a:r>
            <a:endParaRPr lang="en-US" sz="1900" dirty="0"/>
          </a:p>
        </p:txBody>
      </p:sp>
      <p:sp>
        <p:nvSpPr>
          <p:cNvPr id="12" name="Text 9"/>
          <p:cNvSpPr txBox="1"/>
          <p:nvPr/>
        </p:nvSpPr>
        <p:spPr>
          <a:xfrm>
            <a:off x="2935224" y="2880360"/>
            <a:ext cx="1783080" cy="365760"/>
          </a:xfrm>
          <a:prstGeom prst="rect">
            <a:avLst/>
          </a:prstGeom>
          <a:noFill/>
          <a:ln/>
        </p:spPr>
        <p:txBody>
          <a:bodyPr wrap="square" lIns="0" tIns="0" rIns="0" bIns="0" rtlCol="0" anchor="ctr"/>
          <a:lstStyle/>
          <a:p>
            <a:pPr marL="0" indent="0" algn="ctr">
              <a:buNone/>
            </a:pPr>
            <a:r>
              <a:rPr lang="en-US" sz="1500" b="1" dirty="0">
                <a:solidFill>
                  <a:srgbClr val="0D6A62"/>
                </a:solidFill>
              </a:rPr>
              <a:t>free</a:t>
            </a:r>
            <a:endParaRPr lang="en-US" sz="1500" dirty="0"/>
          </a:p>
        </p:txBody>
      </p:sp>
      <p:sp>
        <p:nvSpPr>
          <p:cNvPr id="13" name="Text 10"/>
          <p:cNvSpPr txBox="1"/>
          <p:nvPr/>
        </p:nvSpPr>
        <p:spPr>
          <a:xfrm>
            <a:off x="2935224" y="3291840"/>
            <a:ext cx="1783080" cy="502920"/>
          </a:xfrm>
          <a:prstGeom prst="rect">
            <a:avLst/>
          </a:prstGeom>
          <a:noFill/>
          <a:ln/>
        </p:spPr>
        <p:txBody>
          <a:bodyPr wrap="square" lIns="0" tIns="0" rIns="0" bIns="0" rtlCol="0" anchor="ctr"/>
          <a:lstStyle/>
          <a:p>
            <a:pPr marL="0" indent="0" algn="ctr">
              <a:buNone/>
            </a:pPr>
            <a:r>
              <a:rPr lang="en-US" sz="1300" dirty="0">
                <a:solidFill>
                  <a:srgbClr val="45484D"/>
                </a:solidFill>
              </a:rPr>
              <a:t>where quality is decided</a:t>
            </a:r>
            <a:endParaRPr lang="en-US" sz="1300" dirty="0"/>
          </a:p>
        </p:txBody>
      </p:sp>
      <p:sp>
        <p:nvSpPr>
          <p:cNvPr id="14" name="Text 11"/>
          <p:cNvSpPr txBox="1"/>
          <p:nvPr/>
        </p:nvSpPr>
        <p:spPr>
          <a:xfrm>
            <a:off x="4837176" y="2743200"/>
            <a:ext cx="228600" cy="548640"/>
          </a:xfrm>
          <a:prstGeom prst="rect">
            <a:avLst/>
          </a:prstGeom>
          <a:noFill/>
          <a:ln/>
        </p:spPr>
        <p:txBody>
          <a:bodyPr wrap="square" lIns="0" tIns="0" rIns="0" bIns="0" rtlCol="0" anchor="ctr"/>
          <a:lstStyle/>
          <a:p>
            <a:pPr marL="0" indent="0" algn="ctr">
              <a:buNone/>
            </a:pPr>
            <a:r>
              <a:rPr lang="en-US" sz="2600" dirty="0">
                <a:solidFill>
                  <a:srgbClr val="0D6A62"/>
                </a:solidFill>
              </a:rPr>
              <a:t>›</a:t>
            </a:r>
            <a:endParaRPr lang="en-US" sz="2600" dirty="0"/>
          </a:p>
        </p:txBody>
      </p:sp>
      <p:sp>
        <p:nvSpPr>
          <p:cNvPr id="15" name="Shape 12"/>
          <p:cNvSpPr/>
          <p:nvPr/>
        </p:nvSpPr>
        <p:spPr>
          <a:xfrm>
            <a:off x="5047488" y="2103120"/>
            <a:ext cx="2057400" cy="1828800"/>
          </a:xfrm>
          <a:prstGeom prst="roundRect">
            <a:avLst>
              <a:gd name="adj" fmla="val 4000"/>
            </a:avLst>
          </a:prstGeom>
          <a:solidFill>
            <a:srgbClr val="F2F5F4"/>
          </a:solidFill>
          <a:ln w="12700">
            <a:solidFill>
              <a:srgbClr val="D5DCDA"/>
            </a:solidFill>
            <a:prstDash val="solid"/>
          </a:ln>
        </p:spPr>
        <p:txBody>
          <a:bodyPr/>
          <a:lstStyle/>
          <a:p>
            <a:endParaRPr lang="en-US"/>
          </a:p>
        </p:txBody>
      </p:sp>
      <p:sp>
        <p:nvSpPr>
          <p:cNvPr id="16" name="Text 13"/>
          <p:cNvSpPr txBox="1"/>
          <p:nvPr/>
        </p:nvSpPr>
        <p:spPr>
          <a:xfrm>
            <a:off x="5184648" y="2331720"/>
            <a:ext cx="1783080" cy="457200"/>
          </a:xfrm>
          <a:prstGeom prst="rect">
            <a:avLst/>
          </a:prstGeom>
          <a:noFill/>
          <a:ln/>
        </p:spPr>
        <p:txBody>
          <a:bodyPr wrap="square" lIns="0" tIns="0" rIns="0" bIns="0" rtlCol="0" anchor="ctr"/>
          <a:lstStyle/>
          <a:p>
            <a:pPr marL="0" indent="0" algn="ctr">
              <a:buNone/>
            </a:pPr>
            <a:r>
              <a:rPr lang="en-US" sz="1900" b="1" dirty="0">
                <a:solidFill>
                  <a:srgbClr val="111111"/>
                </a:solidFill>
              </a:rPr>
              <a:t>Hear a line</a:t>
            </a:r>
            <a:endParaRPr lang="en-US" sz="1900" dirty="0"/>
          </a:p>
        </p:txBody>
      </p:sp>
      <p:sp>
        <p:nvSpPr>
          <p:cNvPr id="17" name="Text 14"/>
          <p:cNvSpPr txBox="1"/>
          <p:nvPr/>
        </p:nvSpPr>
        <p:spPr>
          <a:xfrm>
            <a:off x="5184648" y="2880360"/>
            <a:ext cx="1783080" cy="365760"/>
          </a:xfrm>
          <a:prstGeom prst="rect">
            <a:avLst/>
          </a:prstGeom>
          <a:noFill/>
          <a:ln/>
        </p:spPr>
        <p:txBody>
          <a:bodyPr wrap="square" lIns="0" tIns="0" rIns="0" bIns="0" rtlCol="0" anchor="ctr"/>
          <a:lstStyle/>
          <a:p>
            <a:pPr marL="0" indent="0" algn="ctr">
              <a:buNone/>
            </a:pPr>
            <a:r>
              <a:rPr lang="en-US" sz="1500" b="1" dirty="0">
                <a:solidFill>
                  <a:srgbClr val="0D6A62"/>
                </a:solidFill>
              </a:rPr>
              <a:t>seconds</a:t>
            </a:r>
            <a:endParaRPr lang="en-US" sz="1500" dirty="0"/>
          </a:p>
        </p:txBody>
      </p:sp>
      <p:sp>
        <p:nvSpPr>
          <p:cNvPr id="18" name="Text 15"/>
          <p:cNvSpPr txBox="1"/>
          <p:nvPr/>
        </p:nvSpPr>
        <p:spPr>
          <a:xfrm>
            <a:off x="5184648" y="3291840"/>
            <a:ext cx="1783080" cy="502920"/>
          </a:xfrm>
          <a:prstGeom prst="rect">
            <a:avLst/>
          </a:prstGeom>
          <a:noFill/>
          <a:ln/>
        </p:spPr>
        <p:txBody>
          <a:bodyPr wrap="square" lIns="0" tIns="0" rIns="0" bIns="0" rtlCol="0" anchor="ctr"/>
          <a:lstStyle/>
          <a:p>
            <a:pPr marL="0" indent="0" algn="ctr">
              <a:buNone/>
            </a:pPr>
            <a:r>
              <a:rPr lang="en-US" sz="1300" dirty="0">
                <a:solidFill>
                  <a:srgbClr val="45484D"/>
                </a:solidFill>
              </a:rPr>
              <a:t>check pronunciation</a:t>
            </a:r>
            <a:endParaRPr lang="en-US" sz="1300" dirty="0"/>
          </a:p>
        </p:txBody>
      </p:sp>
      <p:sp>
        <p:nvSpPr>
          <p:cNvPr id="19" name="Text 16"/>
          <p:cNvSpPr txBox="1"/>
          <p:nvPr/>
        </p:nvSpPr>
        <p:spPr>
          <a:xfrm>
            <a:off x="7086600" y="2743200"/>
            <a:ext cx="228600" cy="548640"/>
          </a:xfrm>
          <a:prstGeom prst="rect">
            <a:avLst/>
          </a:prstGeom>
          <a:noFill/>
          <a:ln/>
        </p:spPr>
        <p:txBody>
          <a:bodyPr wrap="square" lIns="0" tIns="0" rIns="0" bIns="0" rtlCol="0" anchor="ctr"/>
          <a:lstStyle/>
          <a:p>
            <a:pPr marL="0" indent="0" algn="ctr">
              <a:buNone/>
            </a:pPr>
            <a:r>
              <a:rPr lang="en-US" sz="2600" dirty="0">
                <a:solidFill>
                  <a:srgbClr val="0D6A62"/>
                </a:solidFill>
              </a:rPr>
              <a:t>›</a:t>
            </a:r>
            <a:endParaRPr lang="en-US" sz="2600" dirty="0"/>
          </a:p>
        </p:txBody>
      </p:sp>
      <p:sp>
        <p:nvSpPr>
          <p:cNvPr id="20" name="Shape 17"/>
          <p:cNvSpPr/>
          <p:nvPr/>
        </p:nvSpPr>
        <p:spPr>
          <a:xfrm>
            <a:off x="7296912" y="2103120"/>
            <a:ext cx="2057400" cy="1828800"/>
          </a:xfrm>
          <a:prstGeom prst="roundRect">
            <a:avLst>
              <a:gd name="adj" fmla="val 4000"/>
            </a:avLst>
          </a:prstGeom>
          <a:solidFill>
            <a:srgbClr val="F2F5F4"/>
          </a:solidFill>
          <a:ln w="12700">
            <a:solidFill>
              <a:srgbClr val="D5DCDA"/>
            </a:solidFill>
            <a:prstDash val="solid"/>
          </a:ln>
        </p:spPr>
        <p:txBody>
          <a:bodyPr/>
          <a:lstStyle/>
          <a:p>
            <a:endParaRPr lang="en-US"/>
          </a:p>
        </p:txBody>
      </p:sp>
      <p:sp>
        <p:nvSpPr>
          <p:cNvPr id="21" name="Text 18"/>
          <p:cNvSpPr txBox="1"/>
          <p:nvPr/>
        </p:nvSpPr>
        <p:spPr>
          <a:xfrm>
            <a:off x="7434072" y="2331720"/>
            <a:ext cx="1783080" cy="457200"/>
          </a:xfrm>
          <a:prstGeom prst="rect">
            <a:avLst/>
          </a:prstGeom>
          <a:noFill/>
          <a:ln/>
        </p:spPr>
        <p:txBody>
          <a:bodyPr wrap="square" lIns="0" tIns="0" rIns="0" bIns="0" rtlCol="0" anchor="ctr"/>
          <a:lstStyle/>
          <a:p>
            <a:pPr marL="0" indent="0" algn="ctr">
              <a:buNone/>
            </a:pPr>
            <a:r>
              <a:rPr lang="en-US" sz="1900" b="1" dirty="0">
                <a:solidFill>
                  <a:srgbClr val="111111"/>
                </a:solidFill>
              </a:rPr>
              <a:t>Draft render</a:t>
            </a:r>
            <a:endParaRPr lang="en-US" sz="1900" dirty="0"/>
          </a:p>
        </p:txBody>
      </p:sp>
      <p:sp>
        <p:nvSpPr>
          <p:cNvPr id="22" name="Text 19"/>
          <p:cNvSpPr txBox="1"/>
          <p:nvPr/>
        </p:nvSpPr>
        <p:spPr>
          <a:xfrm>
            <a:off x="7434072" y="2880360"/>
            <a:ext cx="1783080" cy="365760"/>
          </a:xfrm>
          <a:prstGeom prst="rect">
            <a:avLst/>
          </a:prstGeom>
          <a:noFill/>
          <a:ln/>
        </p:spPr>
        <p:txBody>
          <a:bodyPr wrap="square" lIns="0" tIns="0" rIns="0" bIns="0" rtlCol="0" anchor="ctr"/>
          <a:lstStyle/>
          <a:p>
            <a:pPr marL="0" indent="0" algn="ctr">
              <a:buNone/>
            </a:pPr>
            <a:r>
              <a:rPr lang="en-US" sz="1500" b="1" dirty="0">
                <a:solidFill>
                  <a:srgbClr val="0D6A62"/>
                </a:solidFill>
              </a:rPr>
              <a:t>free voice</a:t>
            </a:r>
            <a:endParaRPr lang="en-US" sz="1500" dirty="0"/>
          </a:p>
        </p:txBody>
      </p:sp>
      <p:sp>
        <p:nvSpPr>
          <p:cNvPr id="23" name="Text 20"/>
          <p:cNvSpPr txBox="1"/>
          <p:nvPr/>
        </p:nvSpPr>
        <p:spPr>
          <a:xfrm>
            <a:off x="7434072" y="3291840"/>
            <a:ext cx="1783080" cy="502920"/>
          </a:xfrm>
          <a:prstGeom prst="rect">
            <a:avLst/>
          </a:prstGeom>
          <a:noFill/>
          <a:ln/>
        </p:spPr>
        <p:txBody>
          <a:bodyPr wrap="square" lIns="0" tIns="0" rIns="0" bIns="0" rtlCol="0" anchor="ctr"/>
          <a:lstStyle/>
          <a:p>
            <a:pPr marL="0" indent="0" algn="ctr">
              <a:buNone/>
            </a:pPr>
            <a:r>
              <a:rPr lang="en-US" sz="1300" dirty="0">
                <a:solidFill>
                  <a:srgbClr val="45484D"/>
                </a:solidFill>
              </a:rPr>
              <a:t>check timing</a:t>
            </a:r>
            <a:endParaRPr lang="en-US" sz="1300" dirty="0"/>
          </a:p>
        </p:txBody>
      </p:sp>
      <p:sp>
        <p:nvSpPr>
          <p:cNvPr id="24" name="Text 21"/>
          <p:cNvSpPr txBox="1"/>
          <p:nvPr/>
        </p:nvSpPr>
        <p:spPr>
          <a:xfrm>
            <a:off x="9336024" y="2743200"/>
            <a:ext cx="228600" cy="548640"/>
          </a:xfrm>
          <a:prstGeom prst="rect">
            <a:avLst/>
          </a:prstGeom>
          <a:noFill/>
          <a:ln/>
        </p:spPr>
        <p:txBody>
          <a:bodyPr wrap="square" lIns="0" tIns="0" rIns="0" bIns="0" rtlCol="0" anchor="ctr"/>
          <a:lstStyle/>
          <a:p>
            <a:pPr marL="0" indent="0" algn="ctr">
              <a:buNone/>
            </a:pPr>
            <a:r>
              <a:rPr lang="en-US" sz="2600" dirty="0">
                <a:solidFill>
                  <a:srgbClr val="0D6A62"/>
                </a:solidFill>
              </a:rPr>
              <a:t>›</a:t>
            </a:r>
            <a:endParaRPr lang="en-US" sz="2600" dirty="0"/>
          </a:p>
        </p:txBody>
      </p:sp>
      <p:sp>
        <p:nvSpPr>
          <p:cNvPr id="25" name="Shape 22"/>
          <p:cNvSpPr/>
          <p:nvPr/>
        </p:nvSpPr>
        <p:spPr>
          <a:xfrm>
            <a:off x="9546336" y="2103120"/>
            <a:ext cx="2057400" cy="1828800"/>
          </a:xfrm>
          <a:prstGeom prst="roundRect">
            <a:avLst>
              <a:gd name="adj" fmla="val 4000"/>
            </a:avLst>
          </a:prstGeom>
          <a:solidFill>
            <a:srgbClr val="0D6A62"/>
          </a:solidFill>
          <a:ln w="12700">
            <a:solidFill>
              <a:srgbClr val="0D6A62"/>
            </a:solidFill>
            <a:prstDash val="solid"/>
          </a:ln>
        </p:spPr>
        <p:txBody>
          <a:bodyPr/>
          <a:lstStyle/>
          <a:p>
            <a:endParaRPr lang="en-US"/>
          </a:p>
        </p:txBody>
      </p:sp>
      <p:sp>
        <p:nvSpPr>
          <p:cNvPr id="26" name="Text 23"/>
          <p:cNvSpPr txBox="1"/>
          <p:nvPr/>
        </p:nvSpPr>
        <p:spPr>
          <a:xfrm>
            <a:off x="9683496" y="2331720"/>
            <a:ext cx="1783080" cy="457200"/>
          </a:xfrm>
          <a:prstGeom prst="rect">
            <a:avLst/>
          </a:prstGeom>
          <a:noFill/>
          <a:ln/>
        </p:spPr>
        <p:txBody>
          <a:bodyPr wrap="square" lIns="0" tIns="0" rIns="0" bIns="0" rtlCol="0" anchor="ctr"/>
          <a:lstStyle/>
          <a:p>
            <a:pPr marL="0" indent="0" algn="ctr">
              <a:buNone/>
            </a:pPr>
            <a:r>
              <a:rPr lang="en-US" sz="1900" b="1" dirty="0">
                <a:solidFill>
                  <a:srgbClr val="FFFFFF"/>
                </a:solidFill>
              </a:rPr>
              <a:t>Final render</a:t>
            </a:r>
            <a:endParaRPr lang="en-US" sz="1900" dirty="0"/>
          </a:p>
        </p:txBody>
      </p:sp>
      <p:sp>
        <p:nvSpPr>
          <p:cNvPr id="27" name="Text 24"/>
          <p:cNvSpPr txBox="1"/>
          <p:nvPr/>
        </p:nvSpPr>
        <p:spPr>
          <a:xfrm>
            <a:off x="9683496" y="2880360"/>
            <a:ext cx="1783080" cy="365760"/>
          </a:xfrm>
          <a:prstGeom prst="rect">
            <a:avLst/>
          </a:prstGeom>
          <a:noFill/>
          <a:ln/>
        </p:spPr>
        <p:txBody>
          <a:bodyPr wrap="square" lIns="0" tIns="0" rIns="0" bIns="0" rtlCol="0" anchor="ctr"/>
          <a:lstStyle/>
          <a:p>
            <a:pPr marL="0" indent="0" algn="ctr">
              <a:buNone/>
            </a:pPr>
            <a:r>
              <a:rPr lang="en-US" sz="1500" b="1" dirty="0">
                <a:solidFill>
                  <a:srgbClr val="FFFFFF"/>
                </a:solidFill>
              </a:rPr>
              <a:t>your voice</a:t>
            </a:r>
            <a:endParaRPr lang="en-US" sz="1500" dirty="0"/>
          </a:p>
        </p:txBody>
      </p:sp>
      <p:sp>
        <p:nvSpPr>
          <p:cNvPr id="28" name="Text 25"/>
          <p:cNvSpPr txBox="1"/>
          <p:nvPr/>
        </p:nvSpPr>
        <p:spPr>
          <a:xfrm>
            <a:off x="9683496" y="3291840"/>
            <a:ext cx="1783080" cy="502920"/>
          </a:xfrm>
          <a:prstGeom prst="rect">
            <a:avLst/>
          </a:prstGeom>
          <a:noFill/>
          <a:ln/>
        </p:spPr>
        <p:txBody>
          <a:bodyPr wrap="square" lIns="0" tIns="0" rIns="0" bIns="0" rtlCol="0" anchor="ctr"/>
          <a:lstStyle/>
          <a:p>
            <a:pPr marL="0" indent="0" algn="ctr">
              <a:buNone/>
            </a:pPr>
            <a:r>
              <a:rPr lang="en-US" sz="1300" dirty="0">
                <a:solidFill>
                  <a:srgbClr val="E8F3F1"/>
                </a:solidFill>
              </a:rPr>
              <a:t>≈ $1 per hour of lecture</a:t>
            </a:r>
            <a:endParaRPr lang="en-US" sz="1300" dirty="0"/>
          </a:p>
        </p:txBody>
      </p:sp>
      <p:sp>
        <p:nvSpPr>
          <p:cNvPr id="29" name="Text 26"/>
          <p:cNvSpPr txBox="1"/>
          <p:nvPr/>
        </p:nvSpPr>
        <p:spPr>
          <a:xfrm>
            <a:off x="548640" y="4572000"/>
            <a:ext cx="11064240" cy="548640"/>
          </a:xfrm>
          <a:prstGeom prst="rect">
            <a:avLst/>
          </a:prstGeom>
          <a:noFill/>
          <a:ln/>
        </p:spPr>
        <p:txBody>
          <a:bodyPr wrap="square" lIns="0" tIns="0" rIns="0" bIns="0" rtlCol="0" anchor="ctr"/>
          <a:lstStyle/>
          <a:p>
            <a:pPr marL="0" indent="0" algn="ctr">
              <a:buNone/>
            </a:pPr>
            <a:r>
              <a:rPr lang="en-US" sz="2400" b="1" dirty="0">
                <a:solidFill>
                  <a:srgbClr val="0D6A62"/>
                </a:solidFill>
                <a:latin typeface="Cambria" pitchFamily="34" charset="0"/>
                <a:ea typeface="Cambria" pitchFamily="34" charset="-122"/>
                <a:cs typeface="Cambria" pitchFamily="34" charset="-120"/>
              </a:rPr>
              <a:t>Iterate with the draft. Record once in your own voice.</a:t>
            </a:r>
            <a:endParaRPr lang="en-US" sz="2400" dirty="0"/>
          </a:p>
        </p:txBody>
      </p:sp>
      <p:sp>
        <p:nvSpPr>
          <p:cNvPr id="2"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Start a lecture</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Lecture tab — four ways in</a:t>
            </a:r>
            <a:endParaRPr lang="en-US" sz="1600" dirty="0"/>
          </a:p>
        </p:txBody>
      </p:sp>
      <p:sp>
        <p:nvSpPr>
          <p:cNvPr id="5" name="Shape 2"/>
          <p:cNvSpPr/>
          <p:nvPr/>
        </p:nvSpPr>
        <p:spPr>
          <a:xfrm>
            <a:off x="521208" y="1481328"/>
            <a:ext cx="11119104" cy="829361"/>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6" name="Image 0" descr="The four start cards"/>
          <p:cNvPicPr>
            <a:picLocks noChangeAspect="1"/>
          </p:cNvPicPr>
          <p:nvPr/>
        </p:nvPicPr>
        <p:blipFill>
          <a:blip r:embed="rId3"/>
          <a:stretch>
            <a:fillRect/>
          </a:stretch>
        </p:blipFill>
        <p:spPr>
          <a:xfrm>
            <a:off x="548640" y="1508760"/>
            <a:ext cx="11064240" cy="774497"/>
          </a:xfrm>
          <a:prstGeom prst="rect">
            <a:avLst/>
          </a:prstGeom>
        </p:spPr>
      </p:pic>
      <p:sp>
        <p:nvSpPr>
          <p:cNvPr id="7" name="Shape 3"/>
          <p:cNvSpPr/>
          <p:nvPr/>
        </p:nvSpPr>
        <p:spPr>
          <a:xfrm>
            <a:off x="548640" y="2788920"/>
            <a:ext cx="2651760" cy="1234440"/>
          </a:xfrm>
          <a:prstGeom prst="roundRect">
            <a:avLst>
              <a:gd name="adj" fmla="val 5926"/>
            </a:avLst>
          </a:prstGeom>
          <a:solidFill>
            <a:srgbClr val="FFFFFF"/>
          </a:solidFill>
          <a:ln w="12700">
            <a:solidFill>
              <a:srgbClr val="D5DCDA"/>
            </a:solidFill>
            <a:prstDash val="solid"/>
          </a:ln>
        </p:spPr>
        <p:txBody>
          <a:bodyPr/>
          <a:lstStyle/>
          <a:p>
            <a:endParaRPr lang="en-US"/>
          </a:p>
        </p:txBody>
      </p:sp>
      <p:sp>
        <p:nvSpPr>
          <p:cNvPr id="8" name="Text 4"/>
          <p:cNvSpPr txBox="1"/>
          <p:nvPr/>
        </p:nvSpPr>
        <p:spPr>
          <a:xfrm>
            <a:off x="777240" y="2971800"/>
            <a:ext cx="2240280" cy="457200"/>
          </a:xfrm>
          <a:prstGeom prst="rect">
            <a:avLst/>
          </a:prstGeom>
          <a:noFill/>
          <a:ln/>
        </p:spPr>
        <p:txBody>
          <a:bodyPr wrap="square" lIns="0" tIns="0" rIns="0" bIns="0" rtlCol="0" anchor="ctr"/>
          <a:lstStyle/>
          <a:p>
            <a:pPr marL="0" indent="0">
              <a:buNone/>
            </a:pPr>
            <a:r>
              <a:rPr lang="en-US" sz="1800" b="1" dirty="0">
                <a:solidFill>
                  <a:srgbClr val="111111"/>
                </a:solidFill>
              </a:rPr>
              <a:t>Open a lecture</a:t>
            </a:r>
            <a:endParaRPr lang="en-US" sz="1800" dirty="0"/>
          </a:p>
        </p:txBody>
      </p:sp>
      <p:sp>
        <p:nvSpPr>
          <p:cNvPr id="9" name="Text 5"/>
          <p:cNvSpPr txBox="1"/>
          <p:nvPr/>
        </p:nvSpPr>
        <p:spPr>
          <a:xfrm>
            <a:off x="777240" y="3410712"/>
            <a:ext cx="2240280" cy="457200"/>
          </a:xfrm>
          <a:prstGeom prst="rect">
            <a:avLst/>
          </a:prstGeom>
          <a:noFill/>
          <a:ln/>
        </p:spPr>
        <p:txBody>
          <a:bodyPr wrap="square" lIns="0" tIns="0" rIns="0" bIns="0" rtlCol="0" anchor="t"/>
          <a:lstStyle/>
          <a:p>
            <a:pPr marL="0" indent="0">
              <a:buNone/>
            </a:pPr>
            <a:r>
              <a:rPr lang="en-US" sz="1400" dirty="0">
                <a:solidFill>
                  <a:srgbClr val="45484D"/>
                </a:solidFill>
              </a:rPr>
              <a:t>read, edit or re-record one you made</a:t>
            </a:r>
            <a:endParaRPr lang="en-US" sz="1400" dirty="0"/>
          </a:p>
        </p:txBody>
      </p:sp>
      <p:sp>
        <p:nvSpPr>
          <p:cNvPr id="10" name="Shape 6"/>
          <p:cNvSpPr/>
          <p:nvPr/>
        </p:nvSpPr>
        <p:spPr>
          <a:xfrm>
            <a:off x="3355848" y="2788920"/>
            <a:ext cx="2651760" cy="1234440"/>
          </a:xfrm>
          <a:prstGeom prst="roundRect">
            <a:avLst>
              <a:gd name="adj" fmla="val 5926"/>
            </a:avLst>
          </a:prstGeom>
          <a:solidFill>
            <a:srgbClr val="FFFFFF"/>
          </a:solidFill>
          <a:ln w="12700">
            <a:solidFill>
              <a:srgbClr val="D5DCDA"/>
            </a:solidFill>
            <a:prstDash val="solid"/>
          </a:ln>
        </p:spPr>
        <p:txBody>
          <a:bodyPr/>
          <a:lstStyle/>
          <a:p>
            <a:endParaRPr lang="en-US"/>
          </a:p>
        </p:txBody>
      </p:sp>
      <p:sp>
        <p:nvSpPr>
          <p:cNvPr id="11" name="Text 7"/>
          <p:cNvSpPr txBox="1"/>
          <p:nvPr/>
        </p:nvSpPr>
        <p:spPr>
          <a:xfrm>
            <a:off x="3584448" y="2971800"/>
            <a:ext cx="2240280" cy="457200"/>
          </a:xfrm>
          <a:prstGeom prst="rect">
            <a:avLst/>
          </a:prstGeom>
          <a:noFill/>
          <a:ln/>
        </p:spPr>
        <p:txBody>
          <a:bodyPr wrap="square" lIns="0" tIns="0" rIns="0" bIns="0" rtlCol="0" anchor="ctr"/>
          <a:lstStyle/>
          <a:p>
            <a:pPr marL="0" indent="0">
              <a:buNone/>
            </a:pPr>
            <a:r>
              <a:rPr lang="en-US" sz="1800" b="1" dirty="0">
                <a:solidFill>
                  <a:srgbClr val="111111"/>
                </a:solidFill>
              </a:rPr>
              <a:t>New from a deck</a:t>
            </a:r>
            <a:endParaRPr lang="en-US" sz="1800" dirty="0"/>
          </a:p>
        </p:txBody>
      </p:sp>
      <p:sp>
        <p:nvSpPr>
          <p:cNvPr id="12" name="Text 8"/>
          <p:cNvSpPr txBox="1"/>
          <p:nvPr/>
        </p:nvSpPr>
        <p:spPr>
          <a:xfrm>
            <a:off x="3584448" y="3410712"/>
            <a:ext cx="2240280" cy="457200"/>
          </a:xfrm>
          <a:prstGeom prst="rect">
            <a:avLst/>
          </a:prstGeom>
          <a:noFill/>
          <a:ln/>
        </p:spPr>
        <p:txBody>
          <a:bodyPr wrap="square" lIns="0" tIns="0" rIns="0" bIns="0" rtlCol="0" anchor="t"/>
          <a:lstStyle/>
          <a:p>
            <a:pPr marL="0" indent="0">
              <a:buNone/>
            </a:pPr>
            <a:r>
              <a:rPr lang="en-US" sz="1400" dirty="0">
                <a:solidFill>
                  <a:srgbClr val="45484D"/>
                </a:solidFill>
              </a:rPr>
              <a:t>a model drafts the narration</a:t>
            </a:r>
            <a:endParaRPr lang="en-US" sz="1400" dirty="0"/>
          </a:p>
        </p:txBody>
      </p:sp>
      <p:sp>
        <p:nvSpPr>
          <p:cNvPr id="13" name="Shape 9"/>
          <p:cNvSpPr/>
          <p:nvPr/>
        </p:nvSpPr>
        <p:spPr>
          <a:xfrm>
            <a:off x="6163056" y="2788920"/>
            <a:ext cx="2651760" cy="1234440"/>
          </a:xfrm>
          <a:prstGeom prst="roundRect">
            <a:avLst>
              <a:gd name="adj" fmla="val 5926"/>
            </a:avLst>
          </a:prstGeom>
          <a:solidFill>
            <a:srgbClr val="FFFFFF"/>
          </a:solidFill>
          <a:ln w="12700">
            <a:solidFill>
              <a:srgbClr val="D5DCDA"/>
            </a:solidFill>
            <a:prstDash val="solid"/>
          </a:ln>
        </p:spPr>
        <p:txBody>
          <a:bodyPr/>
          <a:lstStyle/>
          <a:p>
            <a:endParaRPr lang="en-US"/>
          </a:p>
        </p:txBody>
      </p:sp>
      <p:sp>
        <p:nvSpPr>
          <p:cNvPr id="14" name="Text 10"/>
          <p:cNvSpPr txBox="1"/>
          <p:nvPr/>
        </p:nvSpPr>
        <p:spPr>
          <a:xfrm>
            <a:off x="6391656" y="2971800"/>
            <a:ext cx="2240280" cy="457200"/>
          </a:xfrm>
          <a:prstGeom prst="rect">
            <a:avLst/>
          </a:prstGeom>
          <a:noFill/>
          <a:ln/>
        </p:spPr>
        <p:txBody>
          <a:bodyPr wrap="square" lIns="0" tIns="0" rIns="0" bIns="0" rtlCol="0" anchor="ctr"/>
          <a:lstStyle/>
          <a:p>
            <a:pPr marL="0" indent="0">
              <a:buNone/>
            </a:pPr>
            <a:r>
              <a:rPr lang="en-US" sz="1800" b="1" dirty="0">
                <a:solidFill>
                  <a:srgbClr val="111111"/>
                </a:solidFill>
              </a:rPr>
              <a:t>New with my notes</a:t>
            </a:r>
            <a:endParaRPr lang="en-US" sz="1800" dirty="0"/>
          </a:p>
        </p:txBody>
      </p:sp>
      <p:sp>
        <p:nvSpPr>
          <p:cNvPr id="15" name="Text 11"/>
          <p:cNvSpPr txBox="1"/>
          <p:nvPr/>
        </p:nvSpPr>
        <p:spPr>
          <a:xfrm>
            <a:off x="6391656" y="3410712"/>
            <a:ext cx="2240280" cy="457200"/>
          </a:xfrm>
          <a:prstGeom prst="rect">
            <a:avLst/>
          </a:prstGeom>
          <a:noFill/>
          <a:ln/>
        </p:spPr>
        <p:txBody>
          <a:bodyPr wrap="square" lIns="0" tIns="0" rIns="0" bIns="0" rtlCol="0" anchor="t"/>
          <a:lstStyle/>
          <a:p>
            <a:pPr marL="0" indent="0">
              <a:buNone/>
            </a:pPr>
            <a:r>
              <a:rPr lang="en-US" sz="1400" dirty="0">
                <a:solidFill>
                  <a:srgbClr val="45484D"/>
                </a:solidFill>
              </a:rPr>
              <a:t>you wrote the narration already</a:t>
            </a:r>
            <a:endParaRPr lang="en-US" sz="1400" dirty="0"/>
          </a:p>
        </p:txBody>
      </p:sp>
      <p:sp>
        <p:nvSpPr>
          <p:cNvPr id="16" name="Shape 12"/>
          <p:cNvSpPr/>
          <p:nvPr/>
        </p:nvSpPr>
        <p:spPr>
          <a:xfrm>
            <a:off x="8970264" y="2788920"/>
            <a:ext cx="2651760" cy="1234440"/>
          </a:xfrm>
          <a:prstGeom prst="roundRect">
            <a:avLst>
              <a:gd name="adj" fmla="val 5926"/>
            </a:avLst>
          </a:prstGeom>
          <a:solidFill>
            <a:srgbClr val="FFFFFF"/>
          </a:solidFill>
          <a:ln w="12700">
            <a:solidFill>
              <a:srgbClr val="D5DCDA"/>
            </a:solidFill>
            <a:prstDash val="solid"/>
          </a:ln>
        </p:spPr>
        <p:txBody>
          <a:bodyPr/>
          <a:lstStyle/>
          <a:p>
            <a:endParaRPr lang="en-US"/>
          </a:p>
        </p:txBody>
      </p:sp>
      <p:sp>
        <p:nvSpPr>
          <p:cNvPr id="17" name="Text 13"/>
          <p:cNvSpPr txBox="1"/>
          <p:nvPr/>
        </p:nvSpPr>
        <p:spPr>
          <a:xfrm>
            <a:off x="9198864" y="2971800"/>
            <a:ext cx="2240280" cy="457200"/>
          </a:xfrm>
          <a:prstGeom prst="rect">
            <a:avLst/>
          </a:prstGeom>
          <a:noFill/>
          <a:ln/>
        </p:spPr>
        <p:txBody>
          <a:bodyPr wrap="square" lIns="0" tIns="0" rIns="0" bIns="0" rtlCol="0" anchor="ctr"/>
          <a:lstStyle/>
          <a:p>
            <a:pPr marL="0" indent="0">
              <a:buNone/>
            </a:pPr>
            <a:r>
              <a:rPr lang="en-US" sz="1800" b="1" dirty="0">
                <a:solidFill>
                  <a:srgbClr val="111111"/>
                </a:solidFill>
              </a:rPr>
              <a:t>Revise a lecture</a:t>
            </a:r>
            <a:endParaRPr lang="en-US" sz="1800" dirty="0"/>
          </a:p>
        </p:txBody>
      </p:sp>
      <p:sp>
        <p:nvSpPr>
          <p:cNvPr id="18" name="Text 14"/>
          <p:cNvSpPr txBox="1"/>
          <p:nvPr/>
        </p:nvSpPr>
        <p:spPr>
          <a:xfrm>
            <a:off x="9198864" y="3410712"/>
            <a:ext cx="2240280" cy="457200"/>
          </a:xfrm>
          <a:prstGeom prst="rect">
            <a:avLst/>
          </a:prstGeom>
          <a:noFill/>
          <a:ln/>
        </p:spPr>
        <p:txBody>
          <a:bodyPr wrap="square" lIns="0" tIns="0" rIns="0" bIns="0" rtlCol="0" anchor="t"/>
          <a:lstStyle/>
          <a:p>
            <a:pPr marL="0" indent="0">
              <a:buNone/>
            </a:pPr>
            <a:r>
              <a:rPr lang="en-US" sz="1400" dirty="0">
                <a:solidFill>
                  <a:srgbClr val="45484D"/>
                </a:solidFill>
              </a:rPr>
              <a:t>a new version of its deck</a:t>
            </a:r>
            <a:endParaRPr lang="en-US" sz="1400" dirty="0"/>
          </a:p>
        </p:txBody>
      </p:sp>
      <p:sp>
        <p:nvSpPr>
          <p:cNvPr id="19" name="Shape 15"/>
          <p:cNvSpPr/>
          <p:nvPr/>
        </p:nvSpPr>
        <p:spPr>
          <a:xfrm>
            <a:off x="548640" y="4343400"/>
            <a:ext cx="11064240" cy="1234440"/>
          </a:xfrm>
          <a:prstGeom prst="roundRect">
            <a:avLst>
              <a:gd name="adj" fmla="val 5926"/>
            </a:avLst>
          </a:prstGeom>
          <a:solidFill>
            <a:srgbClr val="E8F3F1"/>
          </a:solidFill>
          <a:ln w="12700">
            <a:solidFill>
              <a:srgbClr val="0D6A62"/>
            </a:solidFill>
            <a:prstDash val="solid"/>
          </a:ln>
        </p:spPr>
        <p:txBody>
          <a:bodyPr/>
          <a:lstStyle/>
          <a:p>
            <a:endParaRPr lang="en-US"/>
          </a:p>
        </p:txBody>
      </p:sp>
      <p:sp>
        <p:nvSpPr>
          <p:cNvPr id="20" name="Text 16"/>
          <p:cNvSpPr txBox="1"/>
          <p:nvPr/>
        </p:nvSpPr>
        <p:spPr>
          <a:xfrm>
            <a:off x="777240" y="4480560"/>
            <a:ext cx="10607040" cy="960120"/>
          </a:xfrm>
          <a:prstGeom prst="rect">
            <a:avLst/>
          </a:prstGeom>
          <a:noFill/>
          <a:ln/>
        </p:spPr>
        <p:txBody>
          <a:bodyPr wrap="square" lIns="0" tIns="0" rIns="0" bIns="0" rtlCol="0" anchor="ctr"/>
          <a:lstStyle/>
          <a:p>
            <a:pPr marL="0" indent="0">
              <a:buNone/>
            </a:pPr>
            <a:r>
              <a:rPr lang="en-US" sz="1600" b="1" dirty="0">
                <a:solidFill>
                  <a:srgbClr val="111111"/>
                </a:solidFill>
              </a:rPr>
              <a:t>Slides go in as a PDF.  </a:t>
            </a:r>
            <a:r>
              <a:rPr lang="en-US" sz="1600" dirty="0">
                <a:solidFill>
                  <a:srgbClr val="45484D"/>
                </a:solidFill>
              </a:rPr>
              <a:t>A PowerPoint file works only where LibreOffice is installed. Without it, RealMe says so at the upload and asks for the PDF version — PowerPoint: File → Save As → PDF.</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Draft from a deck</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New from a deck → two boxes that matter most</a:t>
            </a:r>
            <a:endParaRPr lang="en-US" sz="1600" dirty="0"/>
          </a:p>
        </p:txBody>
      </p:sp>
      <p:sp>
        <p:nvSpPr>
          <p:cNvPr id="5" name="Text 2"/>
          <p:cNvSpPr txBox="1"/>
          <p:nvPr/>
        </p:nvSpPr>
        <p:spPr>
          <a:xfrm>
            <a:off x="548640" y="1600200"/>
            <a:ext cx="4480560" cy="4389120"/>
          </a:xfrm>
          <a:prstGeom prst="rect">
            <a:avLst/>
          </a:prstGeom>
          <a:noFill/>
          <a:ln/>
        </p:spPr>
        <p:txBody>
          <a:bodyPr wrap="square" lIns="0" tIns="0" rIns="0" bIns="0" rtlCol="0" anchor="t"/>
          <a:lstStyle/>
          <a:p>
            <a:pPr marL="0" indent="0">
              <a:spcAft>
                <a:spcPts val="1400"/>
              </a:spcAft>
              <a:buNone/>
            </a:pPr>
            <a:r>
              <a:rPr lang="en-US" sz="1700" b="1" dirty="0">
                <a:solidFill>
                  <a:srgbClr val="111111"/>
                </a:solidFill>
              </a:rPr>
              <a:t>Course context</a:t>
            </a:r>
            <a:r>
              <a:rPr lang="en-US" sz="1700" dirty="0">
                <a:solidFill>
                  <a:srgbClr val="45484D"/>
                </a:solidFill>
              </a:rPr>
              <a:t>  who the students are and where they are in the term</a:t>
            </a:r>
            <a:endParaRPr lang="en-US" sz="1700" dirty="0"/>
          </a:p>
          <a:p>
            <a:pPr marL="0" indent="0">
              <a:spcAft>
                <a:spcPts val="1400"/>
              </a:spcAft>
              <a:buNone/>
            </a:pPr>
            <a:r>
              <a:rPr lang="en-US" sz="1700" b="1" dirty="0">
                <a:solidFill>
                  <a:srgbClr val="111111"/>
                </a:solidFill>
              </a:rPr>
              <a:t>Your teaching voice</a:t>
            </a:r>
            <a:r>
              <a:rPr lang="en-US" sz="1700" dirty="0">
                <a:solidFill>
                  <a:srgbClr val="45484D"/>
                </a:solidFill>
              </a:rPr>
              <a:t>  how you talk — “dry and precise, worked examples, I never read a bullet aloud”</a:t>
            </a:r>
            <a:endParaRPr lang="en-US" sz="1700" dirty="0"/>
          </a:p>
          <a:p>
            <a:pPr marL="0" indent="0">
              <a:spcAft>
                <a:spcPts val="1400"/>
              </a:spcAft>
              <a:buNone/>
            </a:pPr>
            <a:r>
              <a:rPr lang="en-US" sz="1700" b="1" dirty="0">
                <a:solidFill>
                  <a:srgbClr val="111111"/>
                </a:solidFill>
              </a:rPr>
              <a:t>Narration per slide</a:t>
            </a:r>
            <a:r>
              <a:rPr lang="en-US" sz="1700" dirty="0">
                <a:solidFill>
                  <a:srgbClr val="45484D"/>
                </a:solidFill>
              </a:rPr>
              <a:t>  brief, standard or full</a:t>
            </a:r>
            <a:endParaRPr lang="en-US" sz="1700" dirty="0"/>
          </a:p>
          <a:p>
            <a:pPr marL="0" indent="0">
              <a:spcAft>
                <a:spcPts val="1400"/>
              </a:spcAft>
              <a:buNone/>
            </a:pPr>
            <a:r>
              <a:rPr lang="en-US" sz="1700" b="1" dirty="0">
                <a:solidFill>
                  <a:srgbClr val="111111"/>
                </a:solidFill>
              </a:rPr>
              <a:t>Draft narration</a:t>
            </a:r>
            <a:r>
              <a:rPr lang="en-US" sz="1700" dirty="0">
                <a:solidFill>
                  <a:srgbClr val="45484D"/>
                </a:solidFill>
              </a:rPr>
              <a:t>  a first version for every slide, in seconds</a:t>
            </a:r>
            <a:endParaRPr lang="en-US" sz="1700" dirty="0"/>
          </a:p>
        </p:txBody>
      </p:sp>
      <p:sp>
        <p:nvSpPr>
          <p:cNvPr id="6" name="Shape 3"/>
          <p:cNvSpPr/>
          <p:nvPr/>
        </p:nvSpPr>
        <p:spPr>
          <a:xfrm>
            <a:off x="5321808" y="1344168"/>
            <a:ext cx="6318504" cy="4223498"/>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7" name="Image 0" descr="Draft from a deck panel"/>
          <p:cNvPicPr>
            <a:picLocks noChangeAspect="1"/>
          </p:cNvPicPr>
          <p:nvPr/>
        </p:nvPicPr>
        <p:blipFill>
          <a:blip r:embed="rId3"/>
          <a:stretch>
            <a:fillRect/>
          </a:stretch>
        </p:blipFill>
        <p:spPr>
          <a:xfrm>
            <a:off x="5349240" y="1371600"/>
            <a:ext cx="6263640" cy="4168634"/>
          </a:xfrm>
          <a:prstGeom prst="rect">
            <a:avLst/>
          </a:prstGeom>
        </p:spPr>
      </p:pic>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Read it. Fix it. Then render.</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The editor — every edit here is free</a:t>
            </a:r>
            <a:endParaRPr lang="en-US" sz="1600" dirty="0"/>
          </a:p>
        </p:txBody>
      </p:sp>
      <p:sp>
        <p:nvSpPr>
          <p:cNvPr id="5" name="Shape 2"/>
          <p:cNvSpPr/>
          <p:nvPr/>
        </p:nvSpPr>
        <p:spPr>
          <a:xfrm>
            <a:off x="521208" y="1344168"/>
            <a:ext cx="7552944" cy="4741164"/>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6" name="Image 0" descr="The narration editor"/>
          <p:cNvPicPr>
            <a:picLocks noChangeAspect="1"/>
          </p:cNvPicPr>
          <p:nvPr/>
        </p:nvPicPr>
        <p:blipFill>
          <a:blip r:embed="rId3"/>
          <a:stretch>
            <a:fillRect/>
          </a:stretch>
        </p:blipFill>
        <p:spPr>
          <a:xfrm>
            <a:off x="548640" y="1371600"/>
            <a:ext cx="7498080" cy="4686300"/>
          </a:xfrm>
          <a:prstGeom prst="rect">
            <a:avLst/>
          </a:prstGeom>
        </p:spPr>
      </p:pic>
      <p:sp>
        <p:nvSpPr>
          <p:cNvPr id="7" name="Text 3"/>
          <p:cNvSpPr txBox="1"/>
          <p:nvPr/>
        </p:nvSpPr>
        <p:spPr>
          <a:xfrm>
            <a:off x="8412480" y="1600200"/>
            <a:ext cx="3246120" cy="4572000"/>
          </a:xfrm>
          <a:prstGeom prst="rect">
            <a:avLst/>
          </a:prstGeom>
          <a:noFill/>
          <a:ln/>
        </p:spPr>
        <p:txBody>
          <a:bodyPr wrap="square" lIns="0" tIns="0" rIns="0" bIns="0" rtlCol="0" anchor="t"/>
          <a:lstStyle/>
          <a:p>
            <a:pPr marL="0" indent="0">
              <a:spcAft>
                <a:spcPts val="1400"/>
              </a:spcAft>
              <a:buNone/>
            </a:pPr>
            <a:r>
              <a:rPr lang="en-US" sz="1500" b="1" dirty="0">
                <a:solidFill>
                  <a:srgbClr val="111111"/>
                </a:solidFill>
              </a:rPr>
              <a:t>Slide list</a:t>
            </a:r>
            <a:r>
              <a:rPr lang="en-US" sz="1500" dirty="0">
                <a:solidFill>
                  <a:srgbClr val="45484D"/>
                </a:solidFill>
              </a:rPr>
              <a:t>  jump to any slide</a:t>
            </a:r>
            <a:endParaRPr lang="en-US" sz="1500" dirty="0"/>
          </a:p>
          <a:p>
            <a:pPr marL="0" indent="0">
              <a:spcAft>
                <a:spcPts val="1400"/>
              </a:spcAft>
              <a:buNone/>
            </a:pPr>
            <a:r>
              <a:rPr lang="en-US" sz="1500" b="1" dirty="0">
                <a:solidFill>
                  <a:srgbClr val="111111"/>
                </a:solidFill>
              </a:rPr>
              <a:t>Narration</a:t>
            </a:r>
            <a:r>
              <a:rPr lang="en-US" sz="1500" dirty="0">
                <a:solidFill>
                  <a:srgbClr val="45484D"/>
                </a:solidFill>
              </a:rPr>
              <a:t>  with words and time per slide</a:t>
            </a:r>
            <a:endParaRPr lang="en-US" sz="1500" dirty="0"/>
          </a:p>
          <a:p>
            <a:pPr marL="0" indent="0">
              <a:spcAft>
                <a:spcPts val="1400"/>
              </a:spcAft>
              <a:buNone/>
            </a:pPr>
            <a:r>
              <a:rPr lang="en-US" sz="1500" b="1" dirty="0">
                <a:solidFill>
                  <a:srgbClr val="111111"/>
                </a:solidFill>
              </a:rPr>
              <a:t>Cue words</a:t>
            </a:r>
            <a:r>
              <a:rPr lang="en-US" sz="1500" dirty="0">
                <a:solidFill>
                  <a:srgbClr val="45484D"/>
                </a:solidFill>
              </a:rPr>
              <a:t>  highlighted on the slide as you say them; semicolons between</a:t>
            </a:r>
            <a:endParaRPr lang="en-US" sz="1500" dirty="0"/>
          </a:p>
          <a:p>
            <a:pPr marL="0" indent="0">
              <a:spcAft>
                <a:spcPts val="1400"/>
              </a:spcAft>
              <a:buNone/>
            </a:pPr>
            <a:r>
              <a:rPr lang="en-US" sz="1500" b="1" dirty="0">
                <a:solidFill>
                  <a:srgbClr val="111111"/>
                </a:solidFill>
              </a:rPr>
              <a:t>Hear first line</a:t>
            </a:r>
            <a:r>
              <a:rPr lang="en-US" sz="1500" dirty="0">
                <a:solidFill>
                  <a:srgbClr val="45484D"/>
                </a:solidFill>
              </a:rPr>
              <a:t>  a pronunciation check in seconds</a:t>
            </a:r>
            <a:endParaRPr lang="en-US" sz="15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Making it read well</a:t>
            </a:r>
            <a:endParaRPr lang="en-US" sz="3000" dirty="0"/>
          </a:p>
        </p:txBody>
      </p:sp>
      <p:sp>
        <p:nvSpPr>
          <p:cNvPr id="4" name="Shape 1"/>
          <p:cNvSpPr/>
          <p:nvPr/>
        </p:nvSpPr>
        <p:spPr>
          <a:xfrm>
            <a:off x="548640" y="1280160"/>
            <a:ext cx="5440680" cy="1600200"/>
          </a:xfrm>
          <a:prstGeom prst="roundRect">
            <a:avLst>
              <a:gd name="adj" fmla="val 4571"/>
            </a:avLst>
          </a:prstGeom>
          <a:solidFill>
            <a:srgbClr val="FFFFFF"/>
          </a:solidFill>
          <a:ln w="12700">
            <a:solidFill>
              <a:srgbClr val="D5DCDA"/>
            </a:solidFill>
            <a:prstDash val="solid"/>
          </a:ln>
        </p:spPr>
        <p:txBody>
          <a:bodyPr/>
          <a:lstStyle/>
          <a:p>
            <a:endParaRPr lang="en-US"/>
          </a:p>
        </p:txBody>
      </p:sp>
      <p:sp>
        <p:nvSpPr>
          <p:cNvPr id="5" name="Text 2"/>
          <p:cNvSpPr txBox="1"/>
          <p:nvPr/>
        </p:nvSpPr>
        <p:spPr>
          <a:xfrm>
            <a:off x="777240" y="1463040"/>
            <a:ext cx="5029200" cy="457200"/>
          </a:xfrm>
          <a:prstGeom prst="rect">
            <a:avLst/>
          </a:prstGeom>
          <a:noFill/>
          <a:ln/>
        </p:spPr>
        <p:txBody>
          <a:bodyPr wrap="square" lIns="0" tIns="0" rIns="0" bIns="0" rtlCol="0" anchor="ctr"/>
          <a:lstStyle/>
          <a:p>
            <a:pPr marL="0" indent="0">
              <a:buNone/>
            </a:pPr>
            <a:r>
              <a:rPr lang="en-US" sz="1800" b="1" dirty="0">
                <a:solidFill>
                  <a:srgbClr val="111111"/>
                </a:solidFill>
              </a:rPr>
              <a:t>Numbers</a:t>
            </a:r>
            <a:endParaRPr lang="en-US" sz="1800" dirty="0"/>
          </a:p>
        </p:txBody>
      </p:sp>
      <p:sp>
        <p:nvSpPr>
          <p:cNvPr id="6" name="Text 3"/>
          <p:cNvSpPr txBox="1"/>
          <p:nvPr/>
        </p:nvSpPr>
        <p:spPr>
          <a:xfrm>
            <a:off x="777240" y="1901952"/>
            <a:ext cx="5029200" cy="822960"/>
          </a:xfrm>
          <a:prstGeom prst="rect">
            <a:avLst/>
          </a:prstGeom>
          <a:noFill/>
          <a:ln/>
        </p:spPr>
        <p:txBody>
          <a:bodyPr wrap="square" lIns="0" tIns="0" rIns="0" bIns="0" rtlCol="0" anchor="t"/>
          <a:lstStyle/>
          <a:p>
            <a:pPr marL="0" indent="0">
              <a:buNone/>
            </a:pPr>
            <a:r>
              <a:rPr lang="en-US" sz="1400" dirty="0">
                <a:solidFill>
                  <a:srgbClr val="45484D"/>
                </a:solidFill>
              </a:rPr>
              <a:t>Write them as you would say them: “15.3 percent”.</a:t>
            </a:r>
            <a:endParaRPr lang="en-US" sz="1400" dirty="0"/>
          </a:p>
        </p:txBody>
      </p:sp>
      <p:sp>
        <p:nvSpPr>
          <p:cNvPr id="7" name="Shape 4"/>
          <p:cNvSpPr/>
          <p:nvPr/>
        </p:nvSpPr>
        <p:spPr>
          <a:xfrm>
            <a:off x="6172200" y="1280160"/>
            <a:ext cx="5440680" cy="1600200"/>
          </a:xfrm>
          <a:prstGeom prst="roundRect">
            <a:avLst>
              <a:gd name="adj" fmla="val 4571"/>
            </a:avLst>
          </a:prstGeom>
          <a:solidFill>
            <a:srgbClr val="FFFFFF"/>
          </a:solidFill>
          <a:ln w="12700">
            <a:solidFill>
              <a:srgbClr val="D5DCDA"/>
            </a:solidFill>
            <a:prstDash val="solid"/>
          </a:ln>
        </p:spPr>
        <p:txBody>
          <a:bodyPr/>
          <a:lstStyle/>
          <a:p>
            <a:endParaRPr lang="en-US"/>
          </a:p>
        </p:txBody>
      </p:sp>
      <p:sp>
        <p:nvSpPr>
          <p:cNvPr id="8" name="Text 5"/>
          <p:cNvSpPr txBox="1"/>
          <p:nvPr/>
        </p:nvSpPr>
        <p:spPr>
          <a:xfrm>
            <a:off x="6400800" y="1463040"/>
            <a:ext cx="5029200" cy="457200"/>
          </a:xfrm>
          <a:prstGeom prst="rect">
            <a:avLst/>
          </a:prstGeom>
          <a:noFill/>
          <a:ln/>
        </p:spPr>
        <p:txBody>
          <a:bodyPr wrap="square" lIns="0" tIns="0" rIns="0" bIns="0" rtlCol="0" anchor="ctr"/>
          <a:lstStyle/>
          <a:p>
            <a:pPr marL="0" indent="0">
              <a:buNone/>
            </a:pPr>
            <a:r>
              <a:rPr lang="en-US" sz="1800" b="1" dirty="0">
                <a:solidFill>
                  <a:srgbClr val="111111"/>
                </a:solidFill>
              </a:rPr>
              <a:t>Acronyms</a:t>
            </a:r>
            <a:endParaRPr lang="en-US" sz="1800" dirty="0"/>
          </a:p>
        </p:txBody>
      </p:sp>
      <p:sp>
        <p:nvSpPr>
          <p:cNvPr id="9" name="Text 6"/>
          <p:cNvSpPr txBox="1"/>
          <p:nvPr/>
        </p:nvSpPr>
        <p:spPr>
          <a:xfrm>
            <a:off x="6400800" y="1901952"/>
            <a:ext cx="5029200" cy="822960"/>
          </a:xfrm>
          <a:prstGeom prst="rect">
            <a:avLst/>
          </a:prstGeom>
          <a:noFill/>
          <a:ln/>
        </p:spPr>
        <p:txBody>
          <a:bodyPr wrap="square" lIns="0" tIns="0" rIns="0" bIns="0" rtlCol="0" anchor="t"/>
          <a:lstStyle/>
          <a:p>
            <a:pPr marL="0" indent="0">
              <a:buNone/>
            </a:pPr>
            <a:r>
              <a:rPr lang="en-US" sz="1400" dirty="0">
                <a:solidFill>
                  <a:srgbClr val="45484D"/>
                </a:solidFill>
              </a:rPr>
              <a:t>Spelled letter by letter by default. A term said as a word gets one entry in Tools → Pronunciations, for every lecture after.</a:t>
            </a:r>
            <a:endParaRPr lang="en-US" sz="1400" dirty="0"/>
          </a:p>
        </p:txBody>
      </p:sp>
      <p:sp>
        <p:nvSpPr>
          <p:cNvPr id="10" name="Shape 7"/>
          <p:cNvSpPr/>
          <p:nvPr/>
        </p:nvSpPr>
        <p:spPr>
          <a:xfrm>
            <a:off x="548640" y="3063240"/>
            <a:ext cx="5440680" cy="1600200"/>
          </a:xfrm>
          <a:prstGeom prst="roundRect">
            <a:avLst>
              <a:gd name="adj" fmla="val 4571"/>
            </a:avLst>
          </a:prstGeom>
          <a:solidFill>
            <a:srgbClr val="FFFFFF"/>
          </a:solidFill>
          <a:ln w="12700">
            <a:solidFill>
              <a:srgbClr val="D5DCDA"/>
            </a:solidFill>
            <a:prstDash val="solid"/>
          </a:ln>
        </p:spPr>
        <p:txBody>
          <a:bodyPr/>
          <a:lstStyle/>
          <a:p>
            <a:endParaRPr lang="en-US"/>
          </a:p>
        </p:txBody>
      </p:sp>
      <p:sp>
        <p:nvSpPr>
          <p:cNvPr id="11" name="Text 8"/>
          <p:cNvSpPr txBox="1"/>
          <p:nvPr/>
        </p:nvSpPr>
        <p:spPr>
          <a:xfrm>
            <a:off x="777240" y="3246120"/>
            <a:ext cx="5029200" cy="457200"/>
          </a:xfrm>
          <a:prstGeom prst="rect">
            <a:avLst/>
          </a:prstGeom>
          <a:noFill/>
          <a:ln/>
        </p:spPr>
        <p:txBody>
          <a:bodyPr wrap="square" lIns="0" tIns="0" rIns="0" bIns="0" rtlCol="0" anchor="ctr"/>
          <a:lstStyle/>
          <a:p>
            <a:pPr marL="0" indent="0">
              <a:buNone/>
            </a:pPr>
            <a:r>
              <a:rPr lang="en-US" sz="1800" b="1" dirty="0">
                <a:solidFill>
                  <a:srgbClr val="111111"/>
                </a:solidFill>
              </a:rPr>
              <a:t>Equations</a:t>
            </a:r>
            <a:endParaRPr lang="en-US" sz="1800" dirty="0"/>
          </a:p>
        </p:txBody>
      </p:sp>
      <p:sp>
        <p:nvSpPr>
          <p:cNvPr id="12" name="Text 9"/>
          <p:cNvSpPr txBox="1"/>
          <p:nvPr/>
        </p:nvSpPr>
        <p:spPr>
          <a:xfrm>
            <a:off x="777240" y="3685032"/>
            <a:ext cx="5029200" cy="822960"/>
          </a:xfrm>
          <a:prstGeom prst="rect">
            <a:avLst/>
          </a:prstGeom>
          <a:noFill/>
          <a:ln/>
        </p:spPr>
        <p:txBody>
          <a:bodyPr wrap="square" lIns="0" tIns="0" rIns="0" bIns="0" rtlCol="0" anchor="t"/>
          <a:lstStyle/>
          <a:p>
            <a:pPr marL="0" indent="0">
              <a:buNone/>
            </a:pPr>
            <a:r>
              <a:rPr lang="en-US" sz="1400" dirty="0">
                <a:solidFill>
                  <a:srgbClr val="45484D"/>
                </a:solidFill>
              </a:rPr>
              <a:t>LaTeX is read as mathematics: \bar{x} becomes “x bar”, a/b becomes “a over b”.</a:t>
            </a:r>
            <a:endParaRPr lang="en-US" sz="1400" dirty="0"/>
          </a:p>
        </p:txBody>
      </p:sp>
      <p:sp>
        <p:nvSpPr>
          <p:cNvPr id="13" name="Shape 10"/>
          <p:cNvSpPr/>
          <p:nvPr/>
        </p:nvSpPr>
        <p:spPr>
          <a:xfrm>
            <a:off x="6172200" y="3063240"/>
            <a:ext cx="5440680" cy="1600200"/>
          </a:xfrm>
          <a:prstGeom prst="roundRect">
            <a:avLst>
              <a:gd name="adj" fmla="val 4571"/>
            </a:avLst>
          </a:prstGeom>
          <a:solidFill>
            <a:srgbClr val="FFFFFF"/>
          </a:solidFill>
          <a:ln w="12700">
            <a:solidFill>
              <a:srgbClr val="D5DCDA"/>
            </a:solidFill>
            <a:prstDash val="solid"/>
          </a:ln>
        </p:spPr>
        <p:txBody>
          <a:bodyPr/>
          <a:lstStyle/>
          <a:p>
            <a:endParaRPr lang="en-US"/>
          </a:p>
        </p:txBody>
      </p:sp>
      <p:sp>
        <p:nvSpPr>
          <p:cNvPr id="14" name="Text 11"/>
          <p:cNvSpPr txBox="1"/>
          <p:nvPr/>
        </p:nvSpPr>
        <p:spPr>
          <a:xfrm>
            <a:off x="6400800" y="3246120"/>
            <a:ext cx="5029200" cy="457200"/>
          </a:xfrm>
          <a:prstGeom prst="rect">
            <a:avLst/>
          </a:prstGeom>
          <a:noFill/>
          <a:ln/>
        </p:spPr>
        <p:txBody>
          <a:bodyPr wrap="square" lIns="0" tIns="0" rIns="0" bIns="0" rtlCol="0" anchor="ctr"/>
          <a:lstStyle/>
          <a:p>
            <a:pPr marL="0" indent="0">
              <a:buNone/>
            </a:pPr>
            <a:r>
              <a:rPr lang="en-US" sz="1800" b="1" dirty="0">
                <a:solidFill>
                  <a:srgbClr val="111111"/>
                </a:solidFill>
              </a:rPr>
              <a:t>Delivery markers</a:t>
            </a:r>
            <a:endParaRPr lang="en-US" sz="1800" dirty="0"/>
          </a:p>
        </p:txBody>
      </p:sp>
      <p:sp>
        <p:nvSpPr>
          <p:cNvPr id="15" name="Text 12"/>
          <p:cNvSpPr txBox="1"/>
          <p:nvPr/>
        </p:nvSpPr>
        <p:spPr>
          <a:xfrm>
            <a:off x="6400800" y="3685032"/>
            <a:ext cx="5029200" cy="822960"/>
          </a:xfrm>
          <a:prstGeom prst="rect">
            <a:avLst/>
          </a:prstGeom>
          <a:noFill/>
          <a:ln/>
        </p:spPr>
        <p:txBody>
          <a:bodyPr wrap="square" lIns="0" tIns="0" rIns="0" bIns="0" rtlCol="0" anchor="t"/>
          <a:lstStyle/>
          <a:p>
            <a:pPr marL="0" indent="0">
              <a:buNone/>
            </a:pPr>
            <a:r>
              <a:rPr lang="en-US" sz="1400" dirty="0">
                <a:solidFill>
                  <a:srgbClr val="45484D"/>
                </a:solidFill>
              </a:rPr>
              <a:t>[[pause]]  [[emphasis]]  [[slow]] — instructions to the voice, never spoken, never in the captions.</a:t>
            </a:r>
            <a:endParaRPr lang="en-US" sz="1400" dirty="0"/>
          </a:p>
        </p:txBody>
      </p:sp>
      <p:sp>
        <p:nvSpPr>
          <p:cNvPr id="16" name="Text 13"/>
          <p:cNvSpPr txBox="1"/>
          <p:nvPr/>
        </p:nvSpPr>
        <p:spPr>
          <a:xfrm>
            <a:off x="548640" y="4937760"/>
            <a:ext cx="11064240" cy="457200"/>
          </a:xfrm>
          <a:prstGeom prst="rect">
            <a:avLst/>
          </a:prstGeom>
          <a:noFill/>
          <a:ln/>
        </p:spPr>
        <p:txBody>
          <a:bodyPr wrap="square" lIns="0" tIns="0" rIns="0" bIns="0" rtlCol="0" anchor="ctr"/>
          <a:lstStyle/>
          <a:p>
            <a:pPr marL="0" indent="0">
              <a:buNone/>
            </a:pPr>
            <a:r>
              <a:rPr lang="en-US" sz="1700" i="1" dirty="0">
                <a:solidFill>
                  <a:srgbClr val="0D6A62"/>
                </a:solidFill>
              </a:rPr>
              <a:t>Fix it in the text once; every later render inherits it.</a:t>
            </a:r>
            <a:endParaRPr lang="en-US" sz="17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Voice, timing and recording options</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Below the slides — re-timing, never re-recording</a:t>
            </a:r>
            <a:endParaRPr lang="en-US" sz="1600" dirty="0"/>
          </a:p>
        </p:txBody>
      </p:sp>
      <p:sp>
        <p:nvSpPr>
          <p:cNvPr id="5" name="Shape 2"/>
          <p:cNvSpPr/>
          <p:nvPr/>
        </p:nvSpPr>
        <p:spPr>
          <a:xfrm>
            <a:off x="521208" y="1389888"/>
            <a:ext cx="7370064" cy="1969163"/>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6" name="Image 0" descr="Voice, timing and recording options"/>
          <p:cNvPicPr>
            <a:picLocks noChangeAspect="1"/>
          </p:cNvPicPr>
          <p:nvPr/>
        </p:nvPicPr>
        <p:blipFill>
          <a:blip r:embed="rId3"/>
          <a:stretch>
            <a:fillRect/>
          </a:stretch>
        </p:blipFill>
        <p:spPr>
          <a:xfrm>
            <a:off x="548640" y="1417320"/>
            <a:ext cx="7315200" cy="1914299"/>
          </a:xfrm>
          <a:prstGeom prst="rect">
            <a:avLst/>
          </a:prstGeom>
        </p:spPr>
      </p:pic>
      <p:sp>
        <p:nvSpPr>
          <p:cNvPr id="7" name="Shape 3"/>
          <p:cNvSpPr/>
          <p:nvPr/>
        </p:nvSpPr>
        <p:spPr>
          <a:xfrm>
            <a:off x="521208" y="4087368"/>
            <a:ext cx="7370064" cy="491976"/>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8" name="Image 1" descr="The render bar"/>
          <p:cNvPicPr>
            <a:picLocks noChangeAspect="1"/>
          </p:cNvPicPr>
          <p:nvPr/>
        </p:nvPicPr>
        <p:blipFill>
          <a:blip r:embed="rId4"/>
          <a:stretch>
            <a:fillRect/>
          </a:stretch>
        </p:blipFill>
        <p:spPr>
          <a:xfrm>
            <a:off x="548640" y="4114800"/>
            <a:ext cx="7315200" cy="437112"/>
          </a:xfrm>
          <a:prstGeom prst="rect">
            <a:avLst/>
          </a:prstGeom>
        </p:spPr>
      </p:pic>
      <p:sp>
        <p:nvSpPr>
          <p:cNvPr id="9" name="Text 4"/>
          <p:cNvSpPr txBox="1"/>
          <p:nvPr/>
        </p:nvSpPr>
        <p:spPr>
          <a:xfrm>
            <a:off x="8229600" y="1463040"/>
            <a:ext cx="3429000" cy="4389120"/>
          </a:xfrm>
          <a:prstGeom prst="rect">
            <a:avLst/>
          </a:prstGeom>
          <a:noFill/>
          <a:ln/>
        </p:spPr>
        <p:txBody>
          <a:bodyPr wrap="square" lIns="0" tIns="0" rIns="0" bIns="0" rtlCol="0" anchor="t"/>
          <a:lstStyle/>
          <a:p>
            <a:pPr marL="0" indent="0">
              <a:spcAft>
                <a:spcPts val="1400"/>
              </a:spcAft>
              <a:buNone/>
            </a:pPr>
            <a:r>
              <a:rPr lang="en-US" sz="1500" b="1" dirty="0">
                <a:solidFill>
                  <a:srgbClr val="111111"/>
                </a:solidFill>
              </a:rPr>
              <a:t>Speed of this voice</a:t>
            </a:r>
            <a:r>
              <a:rPr lang="en-US" sz="1500" dirty="0">
                <a:solidFill>
                  <a:srgbClr val="45484D"/>
                </a:solidFill>
              </a:rPr>
              <a:t>  saved per voice, −30% to +30%</a:t>
            </a:r>
            <a:endParaRPr lang="en-US" sz="1500" dirty="0"/>
          </a:p>
          <a:p>
            <a:pPr marL="0" indent="0">
              <a:spcAft>
                <a:spcPts val="1400"/>
              </a:spcAft>
              <a:buNone/>
            </a:pPr>
            <a:r>
              <a:rPr lang="en-US" sz="1500" b="1" dirty="0">
                <a:solidFill>
                  <a:srgbClr val="111111"/>
                </a:solidFill>
              </a:rPr>
              <a:t>Between sentences</a:t>
            </a:r>
            <a:r>
              <a:rPr lang="en-US" sz="1500" dirty="0">
                <a:solidFill>
                  <a:srgbClr val="45484D"/>
                </a:solidFill>
              </a:rPr>
              <a:t>  tighter or more open pauses</a:t>
            </a:r>
            <a:endParaRPr lang="en-US" sz="1500" dirty="0"/>
          </a:p>
          <a:p>
            <a:pPr marL="0" indent="0">
              <a:spcAft>
                <a:spcPts val="1400"/>
              </a:spcAft>
              <a:buNone/>
            </a:pPr>
            <a:r>
              <a:rPr lang="en-US" sz="1500" b="1" dirty="0">
                <a:solidFill>
                  <a:srgbClr val="111111"/>
                </a:solidFill>
              </a:rPr>
              <a:t>Before / after each slide</a:t>
            </a:r>
            <a:r>
              <a:rPr lang="en-US" sz="1500" dirty="0">
                <a:solidFill>
                  <a:srgbClr val="45484D"/>
                </a:solidFill>
              </a:rPr>
              <a:t>  3 s by default</a:t>
            </a:r>
            <a:endParaRPr lang="en-US" sz="1500" dirty="0"/>
          </a:p>
          <a:p>
            <a:pPr marL="0" indent="0">
              <a:spcAft>
                <a:spcPts val="1400"/>
              </a:spcAft>
              <a:buNone/>
            </a:pPr>
            <a:r>
              <a:rPr lang="en-US" sz="1500" b="1" dirty="0">
                <a:solidFill>
                  <a:srgbClr val="111111"/>
                </a:solidFill>
              </a:rPr>
              <a:t>Render bar</a:t>
            </a:r>
            <a:r>
              <a:rPr lang="en-US" sz="1500" dirty="0">
                <a:solidFill>
                  <a:srgbClr val="45484D"/>
                </a:solidFill>
              </a:rPr>
              <a:t>  Recording: your voice or a draft voice, in plain words; cost; Render video</a:t>
            </a:r>
            <a:endParaRPr lang="en-US" sz="1500" dirty="0"/>
          </a:p>
        </p:txBody>
      </p:sp>
      <p:sp>
        <p:nvSpPr>
          <p:cNvPr id="10" name="Text 5"/>
          <p:cNvSpPr txBox="1"/>
          <p:nvPr/>
        </p:nvSpPr>
        <p:spPr>
          <a:xfrm>
            <a:off x="548640" y="5074920"/>
            <a:ext cx="7315200" cy="457200"/>
          </a:xfrm>
          <a:prstGeom prst="rect">
            <a:avLst/>
          </a:prstGeom>
          <a:noFill/>
          <a:ln/>
        </p:spPr>
        <p:txBody>
          <a:bodyPr wrap="square" lIns="0" tIns="0" rIns="0" bIns="0" rtlCol="0" anchor="ctr"/>
          <a:lstStyle/>
          <a:p>
            <a:pPr marL="0" indent="0">
              <a:buNone/>
            </a:pPr>
            <a:r>
              <a:rPr lang="en-US" sz="1600" i="1" dirty="0">
                <a:solidFill>
                  <a:srgbClr val="0D6A62"/>
                </a:solidFill>
              </a:rPr>
              <a:t>Changing these is free: they re-time what is already recorded.</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What a render gives you</a:t>
            </a:r>
            <a:endParaRPr lang="en-US" sz="3000" dirty="0"/>
          </a:p>
        </p:txBody>
      </p:sp>
      <p:sp>
        <p:nvSpPr>
          <p:cNvPr id="4" name="Shape 1"/>
          <p:cNvSpPr/>
          <p:nvPr/>
        </p:nvSpPr>
        <p:spPr>
          <a:xfrm>
            <a:off x="548640" y="1371600"/>
            <a:ext cx="5120640" cy="685800"/>
          </a:xfrm>
          <a:prstGeom prst="roundRect">
            <a:avLst>
              <a:gd name="adj" fmla="val 10667"/>
            </a:avLst>
          </a:prstGeom>
          <a:solidFill>
            <a:srgbClr val="F2F5F4"/>
          </a:solidFill>
          <a:ln w="12700">
            <a:solidFill>
              <a:srgbClr val="D5DCDA"/>
            </a:solidFill>
            <a:prstDash val="solid"/>
          </a:ln>
        </p:spPr>
        <p:txBody>
          <a:bodyPr/>
          <a:lstStyle/>
          <a:p>
            <a:endParaRPr lang="en-US"/>
          </a:p>
        </p:txBody>
      </p:sp>
      <p:sp>
        <p:nvSpPr>
          <p:cNvPr id="5" name="Text 2"/>
          <p:cNvSpPr txBox="1"/>
          <p:nvPr/>
        </p:nvSpPr>
        <p:spPr>
          <a:xfrm>
            <a:off x="777240" y="1371600"/>
            <a:ext cx="4754880" cy="685800"/>
          </a:xfrm>
          <a:prstGeom prst="rect">
            <a:avLst/>
          </a:prstGeom>
          <a:noFill/>
          <a:ln/>
        </p:spPr>
        <p:txBody>
          <a:bodyPr wrap="square" lIns="0" tIns="0" rIns="0" bIns="0" rtlCol="0" anchor="ctr"/>
          <a:lstStyle/>
          <a:p>
            <a:pPr marL="0" indent="0">
              <a:buNone/>
            </a:pPr>
            <a:r>
              <a:rPr lang="en-US" sz="1500" b="1" dirty="0">
                <a:solidFill>
                  <a:srgbClr val="111111"/>
                </a:solidFill>
                <a:latin typeface="Consolas" pitchFamily="34" charset="0"/>
                <a:ea typeface="Consolas" pitchFamily="34" charset="-122"/>
                <a:cs typeface="Consolas" pitchFamily="34" charset="-120"/>
              </a:rPr>
              <a:t>Week4.mp4   </a:t>
            </a:r>
            <a:r>
              <a:rPr lang="en-US" sz="1500" dirty="0">
                <a:solidFill>
                  <a:srgbClr val="45484D"/>
                </a:solidFill>
              </a:rPr>
              <a:t>the video</a:t>
            </a:r>
            <a:endParaRPr lang="en-US" sz="1500" dirty="0"/>
          </a:p>
        </p:txBody>
      </p:sp>
      <p:sp>
        <p:nvSpPr>
          <p:cNvPr id="6" name="Shape 3"/>
          <p:cNvSpPr/>
          <p:nvPr/>
        </p:nvSpPr>
        <p:spPr>
          <a:xfrm>
            <a:off x="548640" y="2240280"/>
            <a:ext cx="5120640" cy="685800"/>
          </a:xfrm>
          <a:prstGeom prst="roundRect">
            <a:avLst>
              <a:gd name="adj" fmla="val 10667"/>
            </a:avLst>
          </a:prstGeom>
          <a:solidFill>
            <a:srgbClr val="F2F5F4"/>
          </a:solidFill>
          <a:ln w="12700">
            <a:solidFill>
              <a:srgbClr val="D5DCDA"/>
            </a:solidFill>
            <a:prstDash val="solid"/>
          </a:ln>
        </p:spPr>
        <p:txBody>
          <a:bodyPr/>
          <a:lstStyle/>
          <a:p>
            <a:endParaRPr lang="en-US"/>
          </a:p>
        </p:txBody>
      </p:sp>
      <p:sp>
        <p:nvSpPr>
          <p:cNvPr id="7" name="Text 4"/>
          <p:cNvSpPr txBox="1"/>
          <p:nvPr/>
        </p:nvSpPr>
        <p:spPr>
          <a:xfrm>
            <a:off x="777240" y="2240280"/>
            <a:ext cx="4754880" cy="685800"/>
          </a:xfrm>
          <a:prstGeom prst="rect">
            <a:avLst/>
          </a:prstGeom>
          <a:noFill/>
          <a:ln/>
        </p:spPr>
        <p:txBody>
          <a:bodyPr wrap="square" lIns="0" tIns="0" rIns="0" bIns="0" rtlCol="0" anchor="ctr"/>
          <a:lstStyle/>
          <a:p>
            <a:pPr marL="0" indent="0">
              <a:buNone/>
            </a:pPr>
            <a:r>
              <a:rPr lang="en-US" sz="1500" b="1" dirty="0">
                <a:solidFill>
                  <a:srgbClr val="111111"/>
                </a:solidFill>
                <a:latin typeface="Consolas" pitchFamily="34" charset="0"/>
                <a:ea typeface="Consolas" pitchFamily="34" charset="-122"/>
                <a:cs typeface="Consolas" pitchFamily="34" charset="-120"/>
              </a:rPr>
              <a:t>Week4.srt  ·  .vtt   </a:t>
            </a:r>
            <a:r>
              <a:rPr lang="en-US" sz="1500" dirty="0">
                <a:solidFill>
                  <a:srgbClr val="45484D"/>
                </a:solidFill>
              </a:rPr>
              <a:t>captions, two formats</a:t>
            </a:r>
            <a:endParaRPr lang="en-US" sz="1500" dirty="0"/>
          </a:p>
        </p:txBody>
      </p:sp>
      <p:sp>
        <p:nvSpPr>
          <p:cNvPr id="8" name="Shape 5"/>
          <p:cNvSpPr/>
          <p:nvPr/>
        </p:nvSpPr>
        <p:spPr>
          <a:xfrm>
            <a:off x="548640" y="3108960"/>
            <a:ext cx="5120640" cy="685800"/>
          </a:xfrm>
          <a:prstGeom prst="roundRect">
            <a:avLst>
              <a:gd name="adj" fmla="val 10667"/>
            </a:avLst>
          </a:prstGeom>
          <a:solidFill>
            <a:srgbClr val="F2F5F4"/>
          </a:solidFill>
          <a:ln w="12700">
            <a:solidFill>
              <a:srgbClr val="D5DCDA"/>
            </a:solidFill>
            <a:prstDash val="solid"/>
          </a:ln>
        </p:spPr>
        <p:txBody>
          <a:bodyPr/>
          <a:lstStyle/>
          <a:p>
            <a:endParaRPr lang="en-US"/>
          </a:p>
        </p:txBody>
      </p:sp>
      <p:sp>
        <p:nvSpPr>
          <p:cNvPr id="9" name="Text 6"/>
          <p:cNvSpPr txBox="1"/>
          <p:nvPr/>
        </p:nvSpPr>
        <p:spPr>
          <a:xfrm>
            <a:off x="777240" y="3108960"/>
            <a:ext cx="4754880" cy="685800"/>
          </a:xfrm>
          <a:prstGeom prst="rect">
            <a:avLst/>
          </a:prstGeom>
          <a:noFill/>
          <a:ln/>
        </p:spPr>
        <p:txBody>
          <a:bodyPr wrap="square" lIns="0" tIns="0" rIns="0" bIns="0" rtlCol="0" anchor="ctr"/>
          <a:lstStyle/>
          <a:p>
            <a:pPr marL="0" indent="0">
              <a:buNone/>
            </a:pPr>
            <a:r>
              <a:rPr lang="en-US" sz="1500" b="1" dirty="0">
                <a:solidFill>
                  <a:srgbClr val="111111"/>
                </a:solidFill>
                <a:latin typeface="Consolas" pitchFamily="34" charset="0"/>
                <a:ea typeface="Consolas" pitchFamily="34" charset="-122"/>
                <a:cs typeface="Consolas" pitchFamily="34" charset="-120"/>
              </a:rPr>
              <a:t>Week4_chapters.txt   </a:t>
            </a:r>
            <a:r>
              <a:rPr lang="en-US" sz="1500" dirty="0">
                <a:solidFill>
                  <a:srgbClr val="45484D"/>
                </a:solidFill>
              </a:rPr>
              <a:t>one chapter per slide</a:t>
            </a:r>
            <a:endParaRPr lang="en-US" sz="1500" dirty="0"/>
          </a:p>
        </p:txBody>
      </p:sp>
      <p:sp>
        <p:nvSpPr>
          <p:cNvPr id="10" name="Shape 7"/>
          <p:cNvSpPr/>
          <p:nvPr/>
        </p:nvSpPr>
        <p:spPr>
          <a:xfrm>
            <a:off x="548640" y="3977640"/>
            <a:ext cx="5120640" cy="685800"/>
          </a:xfrm>
          <a:prstGeom prst="roundRect">
            <a:avLst>
              <a:gd name="adj" fmla="val 10667"/>
            </a:avLst>
          </a:prstGeom>
          <a:solidFill>
            <a:srgbClr val="F2F5F4"/>
          </a:solidFill>
          <a:ln w="12700">
            <a:solidFill>
              <a:srgbClr val="D5DCDA"/>
            </a:solidFill>
            <a:prstDash val="solid"/>
          </a:ln>
        </p:spPr>
        <p:txBody>
          <a:bodyPr/>
          <a:lstStyle/>
          <a:p>
            <a:endParaRPr lang="en-US"/>
          </a:p>
        </p:txBody>
      </p:sp>
      <p:sp>
        <p:nvSpPr>
          <p:cNvPr id="11" name="Text 8"/>
          <p:cNvSpPr txBox="1"/>
          <p:nvPr/>
        </p:nvSpPr>
        <p:spPr>
          <a:xfrm>
            <a:off x="777240" y="3977640"/>
            <a:ext cx="4754880" cy="685800"/>
          </a:xfrm>
          <a:prstGeom prst="rect">
            <a:avLst/>
          </a:prstGeom>
          <a:noFill/>
          <a:ln/>
        </p:spPr>
        <p:txBody>
          <a:bodyPr wrap="square" lIns="0" tIns="0" rIns="0" bIns="0" rtlCol="0" anchor="ctr"/>
          <a:lstStyle/>
          <a:p>
            <a:pPr marL="0" indent="0">
              <a:buNone/>
            </a:pPr>
            <a:r>
              <a:rPr lang="en-US" sz="1500" b="1" dirty="0">
                <a:solidFill>
                  <a:srgbClr val="111111"/>
                </a:solidFill>
                <a:latin typeface="Consolas" pitchFamily="34" charset="0"/>
                <a:ea typeface="Consolas" pitchFamily="34" charset="-122"/>
                <a:cs typeface="Consolas" pitchFamily="34" charset="-120"/>
              </a:rPr>
              <a:t>cut list   </a:t>
            </a:r>
            <a:r>
              <a:rPr lang="en-US" sz="1500" dirty="0">
                <a:solidFill>
                  <a:srgbClr val="45484D"/>
                </a:solidFill>
              </a:rPr>
              <a:t>exact slide times, for splitting</a:t>
            </a:r>
            <a:endParaRPr lang="en-US" sz="1500" dirty="0"/>
          </a:p>
        </p:txBody>
      </p:sp>
      <p:sp>
        <p:nvSpPr>
          <p:cNvPr id="12" name="Text 9"/>
          <p:cNvSpPr txBox="1"/>
          <p:nvPr/>
        </p:nvSpPr>
        <p:spPr>
          <a:xfrm>
            <a:off x="6217920" y="1417320"/>
            <a:ext cx="5394960" cy="4480560"/>
          </a:xfrm>
          <a:prstGeom prst="rect">
            <a:avLst/>
          </a:prstGeom>
          <a:noFill/>
          <a:ln/>
        </p:spPr>
        <p:txBody>
          <a:bodyPr wrap="square" lIns="0" tIns="0" rIns="0" bIns="0" rtlCol="0" anchor="t"/>
          <a:lstStyle/>
          <a:p>
            <a:pPr marL="0" indent="0">
              <a:spcAft>
                <a:spcPts val="1400"/>
              </a:spcAft>
              <a:buNone/>
            </a:pPr>
            <a:r>
              <a:rPr lang="en-US" sz="1700" b="1" dirty="0">
                <a:solidFill>
                  <a:srgbClr val="111111"/>
                </a:solidFill>
              </a:rPr>
              <a:t>Draft first</a:t>
            </a:r>
            <a:r>
              <a:rPr lang="en-US" sz="1700" dirty="0">
                <a:solidFill>
                  <a:srgbClr val="45484D"/>
                </a:solidFill>
              </a:rPr>
              <a:t>  a draft-voice render is saved separately and can never overwrite the real one</a:t>
            </a:r>
            <a:endParaRPr lang="en-US" sz="1700" dirty="0"/>
          </a:p>
          <a:p>
            <a:pPr marL="0" indent="0">
              <a:spcAft>
                <a:spcPts val="1400"/>
              </a:spcAft>
              <a:buNone/>
            </a:pPr>
            <a:r>
              <a:rPr lang="en-US" sz="1700" b="1" dirty="0">
                <a:solidFill>
                  <a:srgbClr val="111111"/>
                </a:solidFill>
              </a:rPr>
              <a:t>Incremental</a:t>
            </a:r>
            <a:r>
              <a:rPr lang="en-US" sz="1700" dirty="0">
                <a:solidFill>
                  <a:srgbClr val="45484D"/>
                </a:solidFill>
              </a:rPr>
              <a:t>  sentences already spoken with the same words and voice are reused — fix one slide, pay for one slide</a:t>
            </a:r>
            <a:endParaRPr lang="en-US" sz="1700" dirty="0"/>
          </a:p>
          <a:p>
            <a:pPr marL="0" indent="0">
              <a:spcAft>
                <a:spcPts val="1400"/>
              </a:spcAft>
              <a:buNone/>
            </a:pPr>
            <a:r>
              <a:rPr lang="en-US" sz="1700" b="1" dirty="0">
                <a:solidFill>
                  <a:srgbClr val="111111"/>
                </a:solidFill>
              </a:rPr>
              <a:t>Stopped partway?</a:t>
            </a:r>
            <a:r>
              <a:rPr lang="en-US" sz="1700" dirty="0">
                <a:solidFill>
                  <a:srgbClr val="45484D"/>
                </a:solidFill>
              </a:rPr>
              <a:t>  start it again; it continues where it stopped</a:t>
            </a:r>
            <a:endParaRPr lang="en-US" sz="17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Revise a lecture</a:t>
            </a:r>
            <a:endParaRPr lang="en-US" sz="3000" dirty="0"/>
          </a:p>
        </p:txBody>
      </p:sp>
      <p:sp>
        <p:nvSpPr>
          <p:cNvPr id="4" name="Text 1"/>
          <p:cNvSpPr txBox="1"/>
          <p:nvPr/>
        </p:nvSpPr>
        <p:spPr>
          <a:xfrm>
            <a:off x="548640" y="987552"/>
            <a:ext cx="11064240" cy="411480"/>
          </a:xfrm>
          <a:prstGeom prst="rect">
            <a:avLst/>
          </a:prstGeom>
          <a:noFill/>
          <a:ln/>
        </p:spPr>
        <p:txBody>
          <a:bodyPr wrap="square" lIns="0" tIns="0" rIns="0" bIns="0" rtlCol="0" anchor="ctr"/>
          <a:lstStyle/>
          <a:p>
            <a:pPr marL="0" indent="0">
              <a:buNone/>
            </a:pPr>
            <a:r>
              <a:rPr lang="en-US" sz="1600" dirty="0">
                <a:solidFill>
                  <a:srgbClr val="45484D"/>
                </a:solidFill>
              </a:rPr>
              <a:t>A new version of the deck, next term</a:t>
            </a:r>
            <a:endParaRPr lang="en-US" sz="1600" dirty="0"/>
          </a:p>
        </p:txBody>
      </p:sp>
      <p:sp>
        <p:nvSpPr>
          <p:cNvPr id="5" name="Shape 2"/>
          <p:cNvSpPr/>
          <p:nvPr/>
        </p:nvSpPr>
        <p:spPr>
          <a:xfrm>
            <a:off x="521208" y="1344168"/>
            <a:ext cx="6821424" cy="2268045"/>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6" name="Image 0" descr="Revise a lecture panel"/>
          <p:cNvPicPr>
            <a:picLocks noChangeAspect="1"/>
          </p:cNvPicPr>
          <p:nvPr/>
        </p:nvPicPr>
        <p:blipFill>
          <a:blip r:embed="rId3"/>
          <a:stretch>
            <a:fillRect/>
          </a:stretch>
        </p:blipFill>
        <p:spPr>
          <a:xfrm>
            <a:off x="548640" y="1371600"/>
            <a:ext cx="6766560" cy="2213181"/>
          </a:xfrm>
          <a:prstGeom prst="rect">
            <a:avLst/>
          </a:prstGeom>
        </p:spPr>
      </p:pic>
      <p:sp>
        <p:nvSpPr>
          <p:cNvPr id="7" name="Text 3"/>
          <p:cNvSpPr txBox="1"/>
          <p:nvPr/>
        </p:nvSpPr>
        <p:spPr>
          <a:xfrm>
            <a:off x="7680960" y="1417320"/>
            <a:ext cx="3931920" cy="4206240"/>
          </a:xfrm>
          <a:prstGeom prst="rect">
            <a:avLst/>
          </a:prstGeom>
          <a:noFill/>
          <a:ln/>
        </p:spPr>
        <p:txBody>
          <a:bodyPr wrap="square" lIns="0" tIns="0" rIns="0" bIns="0" rtlCol="0" anchor="t"/>
          <a:lstStyle/>
          <a:p>
            <a:pPr marL="0" indent="0">
              <a:spcAft>
                <a:spcPts val="1400"/>
              </a:spcAft>
              <a:buNone/>
            </a:pPr>
            <a:r>
              <a:rPr lang="en-US" sz="1600" b="1" dirty="0">
                <a:solidFill>
                  <a:srgbClr val="111111"/>
                </a:solidFill>
              </a:rPr>
              <a:t>Compared slide by slide</a:t>
            </a:r>
            <a:r>
              <a:rPr lang="en-US" sz="1600" dirty="0">
                <a:solidFill>
                  <a:srgbClr val="45484D"/>
                </a:solidFill>
              </a:rPr>
              <a:t>  by what the slides say, not their pixels</a:t>
            </a:r>
            <a:endParaRPr lang="en-US" sz="1600" dirty="0"/>
          </a:p>
          <a:p>
            <a:pPr marL="0" indent="0">
              <a:spcAft>
                <a:spcPts val="1400"/>
              </a:spcAft>
              <a:buNone/>
            </a:pPr>
            <a:r>
              <a:rPr lang="en-US" sz="1600" b="1" dirty="0">
                <a:solidFill>
                  <a:srgbClr val="111111"/>
                </a:solidFill>
              </a:rPr>
              <a:t>Narration follows its slide</a:t>
            </a:r>
            <a:endParaRPr lang="en-US" sz="1600" dirty="0"/>
          </a:p>
          <a:p>
            <a:pPr marL="0" indent="0">
              <a:spcAft>
                <a:spcPts val="1400"/>
              </a:spcAft>
              <a:buNone/>
            </a:pPr>
            <a:r>
              <a:rPr lang="en-US" sz="1600" b="1" dirty="0">
                <a:solidFill>
                  <a:srgbClr val="111111"/>
                </a:solidFill>
              </a:rPr>
              <a:t>Only the new is written</a:t>
            </a:r>
            <a:r>
              <a:rPr lang="en-US" sz="1600" dirty="0">
                <a:solidFill>
                  <a:srgbClr val="45484D"/>
                </a:solidFill>
              </a:rPr>
              <a:t>  and the edited checked</a:t>
            </a:r>
            <a:endParaRPr lang="en-US" sz="1600" dirty="0"/>
          </a:p>
          <a:p>
            <a:pPr marL="0" indent="0">
              <a:spcAft>
                <a:spcPts val="1400"/>
              </a:spcAft>
              <a:buNone/>
            </a:pPr>
            <a:r>
              <a:rPr lang="en-US" sz="1600" b="1" dirty="0">
                <a:solidFill>
                  <a:srgbClr val="111111"/>
                </a:solidFill>
              </a:rPr>
              <a:t>Only what changed is recorded</a:t>
            </a:r>
            <a:r>
              <a:rPr lang="en-US" sz="1600" dirty="0">
                <a:solidFill>
                  <a:srgbClr val="45484D"/>
                </a:solidFill>
              </a:rPr>
              <a:t>  usually a few cents</a:t>
            </a:r>
            <a:endParaRPr lang="en-US" sz="1600" dirty="0"/>
          </a:p>
        </p:txBody>
      </p:sp>
      <p:sp>
        <p:nvSpPr>
          <p:cNvPr id="8" name="Shape 4"/>
          <p:cNvSpPr/>
          <p:nvPr/>
        </p:nvSpPr>
        <p:spPr>
          <a:xfrm>
            <a:off x="548640" y="5029200"/>
            <a:ext cx="1417320" cy="384048"/>
          </a:xfrm>
          <a:prstGeom prst="roundRect">
            <a:avLst>
              <a:gd name="adj" fmla="val 50000"/>
            </a:avLst>
          </a:prstGeom>
          <a:solidFill>
            <a:srgbClr val="FFFFFF"/>
          </a:solidFill>
          <a:ln w="15875">
            <a:solidFill>
              <a:srgbClr val="C2782B"/>
            </a:solidFill>
            <a:prstDash val="solid"/>
          </a:ln>
        </p:spPr>
        <p:txBody>
          <a:bodyPr/>
          <a:lstStyle/>
          <a:p>
            <a:endParaRPr lang="en-US"/>
          </a:p>
        </p:txBody>
      </p:sp>
      <p:sp>
        <p:nvSpPr>
          <p:cNvPr id="9" name="Text 5"/>
          <p:cNvSpPr txBox="1"/>
          <p:nvPr/>
        </p:nvSpPr>
        <p:spPr>
          <a:xfrm>
            <a:off x="548640" y="5029200"/>
            <a:ext cx="1417320" cy="384048"/>
          </a:xfrm>
          <a:prstGeom prst="rect">
            <a:avLst/>
          </a:prstGeom>
          <a:noFill/>
          <a:ln/>
        </p:spPr>
        <p:txBody>
          <a:bodyPr wrap="square" lIns="0" tIns="0" rIns="0" bIns="0" rtlCol="0" anchor="ctr"/>
          <a:lstStyle/>
          <a:p>
            <a:pPr marL="0" indent="0" algn="ctr">
              <a:buNone/>
            </a:pPr>
            <a:r>
              <a:rPr lang="en-US" sz="1300" b="1" dirty="0">
                <a:solidFill>
                  <a:srgbClr val="C2782B"/>
                </a:solidFill>
              </a:rPr>
              <a:t>new</a:t>
            </a:r>
            <a:endParaRPr lang="en-US" sz="1300" dirty="0"/>
          </a:p>
        </p:txBody>
      </p:sp>
      <p:sp>
        <p:nvSpPr>
          <p:cNvPr id="10" name="Shape 6"/>
          <p:cNvSpPr/>
          <p:nvPr/>
        </p:nvSpPr>
        <p:spPr>
          <a:xfrm>
            <a:off x="2148840" y="5029200"/>
            <a:ext cx="1417320" cy="384048"/>
          </a:xfrm>
          <a:prstGeom prst="roundRect">
            <a:avLst>
              <a:gd name="adj" fmla="val 50000"/>
            </a:avLst>
          </a:prstGeom>
          <a:solidFill>
            <a:srgbClr val="FFFFFF"/>
          </a:solidFill>
          <a:ln w="15875">
            <a:solidFill>
              <a:srgbClr val="2B44B8"/>
            </a:solidFill>
            <a:prstDash val="solid"/>
          </a:ln>
        </p:spPr>
        <p:txBody>
          <a:bodyPr/>
          <a:lstStyle/>
          <a:p>
            <a:endParaRPr lang="en-US"/>
          </a:p>
        </p:txBody>
      </p:sp>
      <p:sp>
        <p:nvSpPr>
          <p:cNvPr id="11" name="Text 7"/>
          <p:cNvSpPr txBox="1"/>
          <p:nvPr/>
        </p:nvSpPr>
        <p:spPr>
          <a:xfrm>
            <a:off x="2148840" y="5029200"/>
            <a:ext cx="1417320" cy="384048"/>
          </a:xfrm>
          <a:prstGeom prst="rect">
            <a:avLst/>
          </a:prstGeom>
          <a:noFill/>
          <a:ln/>
        </p:spPr>
        <p:txBody>
          <a:bodyPr wrap="square" lIns="0" tIns="0" rIns="0" bIns="0" rtlCol="0" anchor="ctr"/>
          <a:lstStyle/>
          <a:p>
            <a:pPr marL="0" indent="0" algn="ctr">
              <a:buNone/>
            </a:pPr>
            <a:r>
              <a:rPr lang="en-US" sz="1300" b="1" dirty="0">
                <a:solidFill>
                  <a:srgbClr val="2B44B8"/>
                </a:solidFill>
              </a:rPr>
              <a:t>edited</a:t>
            </a:r>
            <a:endParaRPr lang="en-US" sz="1300" dirty="0"/>
          </a:p>
        </p:txBody>
      </p:sp>
      <p:sp>
        <p:nvSpPr>
          <p:cNvPr id="12" name="Shape 8"/>
          <p:cNvSpPr/>
          <p:nvPr/>
        </p:nvSpPr>
        <p:spPr>
          <a:xfrm>
            <a:off x="3749040" y="5029200"/>
            <a:ext cx="1417320" cy="384048"/>
          </a:xfrm>
          <a:prstGeom prst="roundRect">
            <a:avLst>
              <a:gd name="adj" fmla="val 50000"/>
            </a:avLst>
          </a:prstGeom>
          <a:solidFill>
            <a:srgbClr val="FFFFFF"/>
          </a:solidFill>
          <a:ln w="15875">
            <a:solidFill>
              <a:srgbClr val="7D5BA6"/>
            </a:solidFill>
            <a:prstDash val="solid"/>
          </a:ln>
        </p:spPr>
        <p:txBody>
          <a:bodyPr/>
          <a:lstStyle/>
          <a:p>
            <a:endParaRPr lang="en-US"/>
          </a:p>
        </p:txBody>
      </p:sp>
      <p:sp>
        <p:nvSpPr>
          <p:cNvPr id="13" name="Text 9"/>
          <p:cNvSpPr txBox="1"/>
          <p:nvPr/>
        </p:nvSpPr>
        <p:spPr>
          <a:xfrm>
            <a:off x="3749040" y="5029200"/>
            <a:ext cx="1417320" cy="384048"/>
          </a:xfrm>
          <a:prstGeom prst="rect">
            <a:avLst/>
          </a:prstGeom>
          <a:noFill/>
          <a:ln/>
        </p:spPr>
        <p:txBody>
          <a:bodyPr wrap="square" lIns="0" tIns="0" rIns="0" bIns="0" rtlCol="0" anchor="ctr"/>
          <a:lstStyle/>
          <a:p>
            <a:pPr marL="0" indent="0" algn="ctr">
              <a:buNone/>
            </a:pPr>
            <a:r>
              <a:rPr lang="en-US" sz="1300" b="1" dirty="0">
                <a:solidFill>
                  <a:srgbClr val="7D5BA6"/>
                </a:solidFill>
              </a:rPr>
              <a:t>moved</a:t>
            </a:r>
            <a:endParaRPr lang="en-US" sz="1300" dirty="0"/>
          </a:p>
        </p:txBody>
      </p:sp>
      <p:sp>
        <p:nvSpPr>
          <p:cNvPr id="14" name="Shape 10"/>
          <p:cNvSpPr/>
          <p:nvPr/>
        </p:nvSpPr>
        <p:spPr>
          <a:xfrm>
            <a:off x="5349240" y="5029200"/>
            <a:ext cx="1417320" cy="384048"/>
          </a:xfrm>
          <a:prstGeom prst="roundRect">
            <a:avLst>
              <a:gd name="adj" fmla="val 50000"/>
            </a:avLst>
          </a:prstGeom>
          <a:solidFill>
            <a:srgbClr val="FFFFFF"/>
          </a:solidFill>
          <a:ln w="15875">
            <a:solidFill>
              <a:srgbClr val="0D6A62"/>
            </a:solidFill>
            <a:prstDash val="solid"/>
          </a:ln>
        </p:spPr>
        <p:txBody>
          <a:bodyPr/>
          <a:lstStyle/>
          <a:p>
            <a:endParaRPr lang="en-US"/>
          </a:p>
        </p:txBody>
      </p:sp>
      <p:sp>
        <p:nvSpPr>
          <p:cNvPr id="15" name="Text 11"/>
          <p:cNvSpPr txBox="1"/>
          <p:nvPr/>
        </p:nvSpPr>
        <p:spPr>
          <a:xfrm>
            <a:off x="5349240" y="5029200"/>
            <a:ext cx="1417320" cy="384048"/>
          </a:xfrm>
          <a:prstGeom prst="rect">
            <a:avLst/>
          </a:prstGeom>
          <a:noFill/>
          <a:ln/>
        </p:spPr>
        <p:txBody>
          <a:bodyPr wrap="square" lIns="0" tIns="0" rIns="0" bIns="0" rtlCol="0" anchor="ctr"/>
          <a:lstStyle/>
          <a:p>
            <a:pPr marL="0" indent="0" algn="ctr">
              <a:buNone/>
            </a:pPr>
            <a:r>
              <a:rPr lang="en-US" sz="1300" b="1" dirty="0">
                <a:solidFill>
                  <a:srgbClr val="0D6A62"/>
                </a:solidFill>
              </a:rPr>
              <a:t>unchanged</a:t>
            </a:r>
            <a:endParaRPr lang="en-US" sz="13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Tools: insert, split, join</a:t>
            </a:r>
            <a:endParaRPr lang="en-US" sz="3000" dirty="0"/>
          </a:p>
        </p:txBody>
      </p:sp>
      <p:sp>
        <p:nvSpPr>
          <p:cNvPr id="4" name="Shape 1"/>
          <p:cNvSpPr/>
          <p:nvPr/>
        </p:nvSpPr>
        <p:spPr>
          <a:xfrm>
            <a:off x="521208" y="1252728"/>
            <a:ext cx="6455664" cy="3105538"/>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5" name="Image 0" descr="Insert a video into a lecture"/>
          <p:cNvPicPr>
            <a:picLocks noChangeAspect="1"/>
          </p:cNvPicPr>
          <p:nvPr/>
        </p:nvPicPr>
        <p:blipFill>
          <a:blip r:embed="rId3"/>
          <a:stretch>
            <a:fillRect/>
          </a:stretch>
        </p:blipFill>
        <p:spPr>
          <a:xfrm>
            <a:off x="548640" y="1280160"/>
            <a:ext cx="6400800" cy="3050674"/>
          </a:xfrm>
          <a:prstGeom prst="rect">
            <a:avLst/>
          </a:prstGeom>
        </p:spPr>
      </p:pic>
      <p:sp>
        <p:nvSpPr>
          <p:cNvPr id="6" name="Shape 2"/>
          <p:cNvSpPr/>
          <p:nvPr/>
        </p:nvSpPr>
        <p:spPr>
          <a:xfrm>
            <a:off x="7315200" y="1280160"/>
            <a:ext cx="4297680" cy="1600200"/>
          </a:xfrm>
          <a:prstGeom prst="roundRect">
            <a:avLst>
              <a:gd name="adj" fmla="val 4571"/>
            </a:avLst>
          </a:prstGeom>
          <a:solidFill>
            <a:srgbClr val="FFFFFF"/>
          </a:solidFill>
          <a:ln w="12700">
            <a:solidFill>
              <a:srgbClr val="D5DCDA"/>
            </a:solidFill>
            <a:prstDash val="solid"/>
          </a:ln>
        </p:spPr>
        <p:txBody>
          <a:bodyPr/>
          <a:lstStyle/>
          <a:p>
            <a:endParaRPr lang="en-US"/>
          </a:p>
        </p:txBody>
      </p:sp>
      <p:sp>
        <p:nvSpPr>
          <p:cNvPr id="7" name="Text 3"/>
          <p:cNvSpPr txBox="1"/>
          <p:nvPr/>
        </p:nvSpPr>
        <p:spPr>
          <a:xfrm>
            <a:off x="7543800" y="1463040"/>
            <a:ext cx="3886200" cy="457200"/>
          </a:xfrm>
          <a:prstGeom prst="rect">
            <a:avLst/>
          </a:prstGeom>
          <a:noFill/>
          <a:ln/>
        </p:spPr>
        <p:txBody>
          <a:bodyPr wrap="square" lIns="0" tIns="0" rIns="0" bIns="0" rtlCol="0" anchor="ctr"/>
          <a:lstStyle/>
          <a:p>
            <a:pPr marL="0" indent="0">
              <a:buNone/>
            </a:pPr>
            <a:r>
              <a:rPr lang="en-US" sz="1800" b="1" dirty="0">
                <a:solidFill>
                  <a:srgbClr val="111111"/>
                </a:solidFill>
              </a:rPr>
              <a:t>Insert a video</a:t>
            </a:r>
            <a:endParaRPr lang="en-US" sz="1800" dirty="0"/>
          </a:p>
        </p:txBody>
      </p:sp>
      <p:sp>
        <p:nvSpPr>
          <p:cNvPr id="8" name="Text 4"/>
          <p:cNvSpPr txBox="1"/>
          <p:nvPr/>
        </p:nvSpPr>
        <p:spPr>
          <a:xfrm>
            <a:off x="7543800" y="1901952"/>
            <a:ext cx="3886200" cy="822960"/>
          </a:xfrm>
          <a:prstGeom prst="rect">
            <a:avLst/>
          </a:prstGeom>
          <a:noFill/>
          <a:ln/>
        </p:spPr>
        <p:txBody>
          <a:bodyPr wrap="square" lIns="0" tIns="0" rIns="0" bIns="0" rtlCol="0" anchor="t"/>
          <a:lstStyle/>
          <a:p>
            <a:pPr marL="0" indent="0">
              <a:buNone/>
            </a:pPr>
            <a:r>
              <a:rPr lang="en-US" sz="1400" dirty="0">
                <a:solidFill>
                  <a:srgbClr val="45484D"/>
                </a:solidFill>
              </a:rPr>
              <a:t>An animated explainer or screen recording between two slides — remembered by the lecture; captions and chapters follow.</a:t>
            </a:r>
            <a:endParaRPr lang="en-US" sz="1400" dirty="0"/>
          </a:p>
        </p:txBody>
      </p:sp>
      <p:sp>
        <p:nvSpPr>
          <p:cNvPr id="9" name="Shape 5"/>
          <p:cNvSpPr/>
          <p:nvPr/>
        </p:nvSpPr>
        <p:spPr>
          <a:xfrm>
            <a:off x="7315200" y="3017520"/>
            <a:ext cx="4297680" cy="1417320"/>
          </a:xfrm>
          <a:prstGeom prst="roundRect">
            <a:avLst>
              <a:gd name="adj" fmla="val 5161"/>
            </a:avLst>
          </a:prstGeom>
          <a:solidFill>
            <a:srgbClr val="FFFFFF"/>
          </a:solidFill>
          <a:ln w="12700">
            <a:solidFill>
              <a:srgbClr val="D5DCDA"/>
            </a:solidFill>
            <a:prstDash val="solid"/>
          </a:ln>
        </p:spPr>
        <p:txBody>
          <a:bodyPr/>
          <a:lstStyle/>
          <a:p>
            <a:endParaRPr lang="en-US"/>
          </a:p>
        </p:txBody>
      </p:sp>
      <p:sp>
        <p:nvSpPr>
          <p:cNvPr id="10" name="Text 6"/>
          <p:cNvSpPr txBox="1"/>
          <p:nvPr/>
        </p:nvSpPr>
        <p:spPr>
          <a:xfrm>
            <a:off x="7543800" y="3200400"/>
            <a:ext cx="3886200" cy="457200"/>
          </a:xfrm>
          <a:prstGeom prst="rect">
            <a:avLst/>
          </a:prstGeom>
          <a:noFill/>
          <a:ln/>
        </p:spPr>
        <p:txBody>
          <a:bodyPr wrap="square" lIns="0" tIns="0" rIns="0" bIns="0" rtlCol="0" anchor="ctr"/>
          <a:lstStyle/>
          <a:p>
            <a:pPr marL="0" indent="0">
              <a:buNone/>
            </a:pPr>
            <a:r>
              <a:rPr lang="en-US" sz="1800" b="1" dirty="0">
                <a:solidFill>
                  <a:srgbClr val="111111"/>
                </a:solidFill>
              </a:rPr>
              <a:t>Split a video</a:t>
            </a:r>
            <a:endParaRPr lang="en-US" sz="1800" dirty="0"/>
          </a:p>
        </p:txBody>
      </p:sp>
      <p:sp>
        <p:nvSpPr>
          <p:cNvPr id="11" name="Text 7"/>
          <p:cNvSpPr txBox="1"/>
          <p:nvPr/>
        </p:nvSpPr>
        <p:spPr>
          <a:xfrm>
            <a:off x="7543800" y="3639312"/>
            <a:ext cx="3886200" cy="640080"/>
          </a:xfrm>
          <a:prstGeom prst="rect">
            <a:avLst/>
          </a:prstGeom>
          <a:noFill/>
          <a:ln/>
        </p:spPr>
        <p:txBody>
          <a:bodyPr wrap="square" lIns="0" tIns="0" rIns="0" bIns="0" rtlCol="0" anchor="t"/>
          <a:lstStyle/>
          <a:p>
            <a:pPr marL="0" indent="0">
              <a:buNone/>
            </a:pPr>
            <a:r>
              <a:rPr lang="en-US" sz="1400" dirty="0">
                <a:solidFill>
                  <a:srgbClr val="45484D"/>
                </a:solidFill>
              </a:rPr>
              <a:t>Cut a long lecture into parts at exact slide boundaries.</a:t>
            </a:r>
            <a:endParaRPr lang="en-US" sz="1400" dirty="0"/>
          </a:p>
        </p:txBody>
      </p:sp>
      <p:sp>
        <p:nvSpPr>
          <p:cNvPr id="12" name="Shape 8"/>
          <p:cNvSpPr/>
          <p:nvPr/>
        </p:nvSpPr>
        <p:spPr>
          <a:xfrm>
            <a:off x="7315200" y="4572000"/>
            <a:ext cx="4297680" cy="1417320"/>
          </a:xfrm>
          <a:prstGeom prst="roundRect">
            <a:avLst>
              <a:gd name="adj" fmla="val 5161"/>
            </a:avLst>
          </a:prstGeom>
          <a:solidFill>
            <a:srgbClr val="FFFFFF"/>
          </a:solidFill>
          <a:ln w="12700">
            <a:solidFill>
              <a:srgbClr val="D5DCDA"/>
            </a:solidFill>
            <a:prstDash val="solid"/>
          </a:ln>
        </p:spPr>
        <p:txBody>
          <a:bodyPr/>
          <a:lstStyle/>
          <a:p>
            <a:endParaRPr lang="en-US"/>
          </a:p>
        </p:txBody>
      </p:sp>
      <p:sp>
        <p:nvSpPr>
          <p:cNvPr id="13" name="Text 9"/>
          <p:cNvSpPr txBox="1"/>
          <p:nvPr/>
        </p:nvSpPr>
        <p:spPr>
          <a:xfrm>
            <a:off x="7543800" y="4754880"/>
            <a:ext cx="3886200" cy="457200"/>
          </a:xfrm>
          <a:prstGeom prst="rect">
            <a:avLst/>
          </a:prstGeom>
          <a:noFill/>
          <a:ln/>
        </p:spPr>
        <p:txBody>
          <a:bodyPr wrap="square" lIns="0" tIns="0" rIns="0" bIns="0" rtlCol="0" anchor="ctr"/>
          <a:lstStyle/>
          <a:p>
            <a:pPr marL="0" indent="0">
              <a:buNone/>
            </a:pPr>
            <a:r>
              <a:rPr lang="en-US" sz="1800" b="1" dirty="0">
                <a:solidFill>
                  <a:srgbClr val="111111"/>
                </a:solidFill>
              </a:rPr>
              <a:t>Join videos</a:t>
            </a:r>
            <a:endParaRPr lang="en-US" sz="1800" dirty="0"/>
          </a:p>
        </p:txBody>
      </p:sp>
      <p:sp>
        <p:nvSpPr>
          <p:cNvPr id="14" name="Text 10"/>
          <p:cNvSpPr txBox="1"/>
          <p:nvPr/>
        </p:nvSpPr>
        <p:spPr>
          <a:xfrm>
            <a:off x="7543800" y="5193792"/>
            <a:ext cx="3886200" cy="640080"/>
          </a:xfrm>
          <a:prstGeom prst="rect">
            <a:avLst/>
          </a:prstGeom>
          <a:noFill/>
          <a:ln/>
        </p:spPr>
        <p:txBody>
          <a:bodyPr wrap="square" lIns="0" tIns="0" rIns="0" bIns="0" rtlCol="0" anchor="t"/>
          <a:lstStyle/>
          <a:p>
            <a:pPr marL="0" indent="0">
              <a:buNone/>
            </a:pPr>
            <a:r>
              <a:rPr lang="en-US" sz="1400" dirty="0">
                <a:solidFill>
                  <a:srgbClr val="45484D"/>
                </a:solidFill>
              </a:rPr>
              <a:t>Put sections from different lectures together.</a:t>
            </a:r>
            <a:endParaRPr lang="en-US" sz="14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Read aloud, and podcasts</a:t>
            </a:r>
            <a:endParaRPr lang="en-US" sz="3000" dirty="0"/>
          </a:p>
        </p:txBody>
      </p:sp>
      <p:sp>
        <p:nvSpPr>
          <p:cNvPr id="4" name="Shape 1"/>
          <p:cNvSpPr/>
          <p:nvPr/>
        </p:nvSpPr>
        <p:spPr>
          <a:xfrm>
            <a:off x="521208" y="1252728"/>
            <a:ext cx="5495544" cy="3759354"/>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5" name="Image 0" descr="Narrate Text tab"/>
          <p:cNvPicPr>
            <a:picLocks noChangeAspect="1"/>
          </p:cNvPicPr>
          <p:nvPr/>
        </p:nvPicPr>
        <p:blipFill>
          <a:blip r:embed="rId3"/>
          <a:stretch>
            <a:fillRect/>
          </a:stretch>
        </p:blipFill>
        <p:spPr>
          <a:xfrm>
            <a:off x="548640" y="1280160"/>
            <a:ext cx="5440680" cy="3704490"/>
          </a:xfrm>
          <a:prstGeom prst="rect">
            <a:avLst/>
          </a:prstGeom>
        </p:spPr>
      </p:pic>
      <p:sp>
        <p:nvSpPr>
          <p:cNvPr id="6" name="Shape 2"/>
          <p:cNvSpPr/>
          <p:nvPr/>
        </p:nvSpPr>
        <p:spPr>
          <a:xfrm>
            <a:off x="6144768" y="1252728"/>
            <a:ext cx="5495544" cy="3468442"/>
          </a:xfrm>
          <a:prstGeom prst="rect">
            <a:avLst/>
          </a:prstGeom>
          <a:solidFill>
            <a:srgbClr val="FFFFFF"/>
          </a:solidFill>
          <a:ln w="12700">
            <a:solidFill>
              <a:srgbClr val="D5DCDA"/>
            </a:solidFill>
            <a:prstDash val="solid"/>
          </a:ln>
          <a:effectLst>
            <a:outerShdw blurRad="76200" dist="25400" dir="5400000" algn="bl" rotWithShape="0">
              <a:srgbClr val="000000">
                <a:alpha val="12000"/>
              </a:srgbClr>
            </a:outerShdw>
          </a:effectLst>
        </p:spPr>
        <p:txBody>
          <a:bodyPr/>
          <a:lstStyle/>
          <a:p>
            <a:endParaRPr lang="en-US"/>
          </a:p>
        </p:txBody>
      </p:sp>
      <p:pic>
        <p:nvPicPr>
          <p:cNvPr id="7" name="Image 1" descr="Podcast and debate tab"/>
          <p:cNvPicPr>
            <a:picLocks noChangeAspect="1"/>
          </p:cNvPicPr>
          <p:nvPr/>
        </p:nvPicPr>
        <p:blipFill>
          <a:blip r:embed="rId4"/>
          <a:stretch>
            <a:fillRect/>
          </a:stretch>
        </p:blipFill>
        <p:spPr>
          <a:xfrm>
            <a:off x="6172200" y="1280160"/>
            <a:ext cx="5440680" cy="3413578"/>
          </a:xfrm>
          <a:prstGeom prst="rect">
            <a:avLst/>
          </a:prstGeom>
        </p:spPr>
      </p:pic>
      <p:sp>
        <p:nvSpPr>
          <p:cNvPr id="8" name="Text 3"/>
          <p:cNvSpPr txBox="1"/>
          <p:nvPr/>
        </p:nvSpPr>
        <p:spPr>
          <a:xfrm>
            <a:off x="548640" y="5440680"/>
            <a:ext cx="5440680" cy="731520"/>
          </a:xfrm>
          <a:prstGeom prst="rect">
            <a:avLst/>
          </a:prstGeom>
          <a:noFill/>
          <a:ln/>
        </p:spPr>
        <p:txBody>
          <a:bodyPr wrap="square" lIns="0" tIns="0" rIns="0" bIns="0" rtlCol="0" anchor="ctr"/>
          <a:lstStyle/>
          <a:p>
            <a:pPr marL="0" indent="0">
              <a:buNone/>
            </a:pPr>
            <a:r>
              <a:rPr lang="en-US" sz="1500" b="1" dirty="0">
                <a:solidFill>
                  <a:srgbClr val="111111"/>
                </a:solidFill>
              </a:rPr>
              <a:t>Narrate Text  </a:t>
            </a:r>
            <a:r>
              <a:rPr lang="en-US" sz="1500" dirty="0">
                <a:solidFill>
                  <a:srgbClr val="45484D"/>
                </a:solidFill>
              </a:rPr>
              <a:t>paste text or choose a .txt, .md or .docx file — audio with captions</a:t>
            </a:r>
            <a:endParaRPr lang="en-US" sz="1500" dirty="0"/>
          </a:p>
        </p:txBody>
      </p:sp>
      <p:sp>
        <p:nvSpPr>
          <p:cNvPr id="9" name="Text 4"/>
          <p:cNvSpPr txBox="1"/>
          <p:nvPr/>
        </p:nvSpPr>
        <p:spPr>
          <a:xfrm>
            <a:off x="6172200" y="5440680"/>
            <a:ext cx="5440680" cy="731520"/>
          </a:xfrm>
          <a:prstGeom prst="rect">
            <a:avLst/>
          </a:prstGeom>
          <a:noFill/>
          <a:ln/>
        </p:spPr>
        <p:txBody>
          <a:bodyPr wrap="square" lIns="0" tIns="0" rIns="0" bIns="0" rtlCol="0" anchor="ctr"/>
          <a:lstStyle/>
          <a:p>
            <a:pPr marL="0" indent="0">
              <a:buNone/>
            </a:pPr>
            <a:r>
              <a:rPr lang="en-US" sz="1500" b="1" dirty="0">
                <a:solidFill>
                  <a:srgbClr val="111111"/>
                </a:solidFill>
              </a:rPr>
              <a:t>Podcast &amp; Debate  </a:t>
            </a:r>
            <a:r>
              <a:rPr lang="en-US" sz="1500" dirty="0">
                <a:solidFill>
                  <a:srgbClr val="45484D"/>
                </a:solidFill>
              </a:rPr>
              <a:t>a topic or paper becomes a debate, Socratic dialogue or interview, in your voice and a second one</a:t>
            </a:r>
            <a:endParaRPr lang="en-US" sz="15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548640" y="347472"/>
            <a:ext cx="11064240" cy="685800"/>
          </a:xfrm>
          <a:prstGeom prst="rect">
            <a:avLst/>
          </a:prstGeom>
          <a:noFill/>
          <a:ln/>
        </p:spPr>
        <p:txBody>
          <a:bodyPr wrap="square" lIns="0" tIns="0" rIns="0" bIns="0" rtlCol="0" anchor="ctr"/>
          <a:lstStyle/>
          <a:p>
            <a:pPr marL="0" indent="0">
              <a:buNone/>
            </a:pPr>
            <a:r>
              <a:rPr lang="en-US" sz="3000" b="1" dirty="0">
                <a:solidFill>
                  <a:srgbClr val="111111"/>
                </a:solidFill>
                <a:latin typeface="Cambria" pitchFamily="34" charset="0"/>
                <a:ea typeface="Cambria" pitchFamily="34" charset="-122"/>
                <a:cs typeface="Cambria" pitchFamily="34" charset="-120"/>
              </a:rPr>
              <a:t>Cost, privacy and consent</a:t>
            </a:r>
            <a:endParaRPr lang="en-US" sz="3000" dirty="0"/>
          </a:p>
        </p:txBody>
      </p:sp>
      <p:sp>
        <p:nvSpPr>
          <p:cNvPr id="4" name="Shape 1"/>
          <p:cNvSpPr/>
          <p:nvPr/>
        </p:nvSpPr>
        <p:spPr>
          <a:xfrm>
            <a:off x="548640" y="1371600"/>
            <a:ext cx="3566160" cy="1828800"/>
          </a:xfrm>
          <a:prstGeom prst="roundRect">
            <a:avLst>
              <a:gd name="adj" fmla="val 4000"/>
            </a:avLst>
          </a:prstGeom>
          <a:solidFill>
            <a:srgbClr val="F2F5F4"/>
          </a:solidFill>
          <a:ln w="12700">
            <a:solidFill>
              <a:srgbClr val="D5DCDA"/>
            </a:solidFill>
            <a:prstDash val="solid"/>
          </a:ln>
        </p:spPr>
        <p:txBody>
          <a:bodyPr/>
          <a:lstStyle/>
          <a:p>
            <a:endParaRPr lang="en-US"/>
          </a:p>
        </p:txBody>
      </p:sp>
      <p:sp>
        <p:nvSpPr>
          <p:cNvPr id="5" name="Text 2"/>
          <p:cNvSpPr txBox="1"/>
          <p:nvPr/>
        </p:nvSpPr>
        <p:spPr>
          <a:xfrm>
            <a:off x="777240" y="1554480"/>
            <a:ext cx="3154680" cy="457200"/>
          </a:xfrm>
          <a:prstGeom prst="rect">
            <a:avLst/>
          </a:prstGeom>
          <a:noFill/>
          <a:ln/>
        </p:spPr>
        <p:txBody>
          <a:bodyPr wrap="square" lIns="0" tIns="0" rIns="0" bIns="0" rtlCol="0" anchor="ctr"/>
          <a:lstStyle/>
          <a:p>
            <a:pPr marL="0" indent="0">
              <a:buNone/>
            </a:pPr>
            <a:r>
              <a:rPr lang="en-US" sz="1800" b="1" dirty="0">
                <a:solidFill>
                  <a:srgbClr val="111111"/>
                </a:solidFill>
              </a:rPr>
              <a:t>Goes to Google</a:t>
            </a:r>
            <a:endParaRPr lang="en-US" sz="1800" dirty="0"/>
          </a:p>
        </p:txBody>
      </p:sp>
      <p:sp>
        <p:nvSpPr>
          <p:cNvPr id="6" name="Text 3"/>
          <p:cNvSpPr txBox="1"/>
          <p:nvPr/>
        </p:nvSpPr>
        <p:spPr>
          <a:xfrm>
            <a:off x="777240" y="1993392"/>
            <a:ext cx="3154680" cy="1051560"/>
          </a:xfrm>
          <a:prstGeom prst="rect">
            <a:avLst/>
          </a:prstGeom>
          <a:noFill/>
          <a:ln/>
        </p:spPr>
        <p:txBody>
          <a:bodyPr wrap="square" lIns="0" tIns="0" rIns="0" bIns="0" rtlCol="0" anchor="t"/>
          <a:lstStyle/>
          <a:p>
            <a:pPr marL="0" indent="0">
              <a:buNone/>
            </a:pPr>
            <a:r>
              <a:rPr lang="en-US" sz="1400" dirty="0">
                <a:solidFill>
                  <a:srgbClr val="45484D"/>
                </a:solidFill>
              </a:rPr>
              <a:t>The slide text, once, to draft. The narration, to be spoken in your clone — about $1 per hour of lecture. Use a paid project.</a:t>
            </a:r>
            <a:endParaRPr lang="en-US" sz="1400" dirty="0"/>
          </a:p>
        </p:txBody>
      </p:sp>
      <p:sp>
        <p:nvSpPr>
          <p:cNvPr id="7" name="Shape 4"/>
          <p:cNvSpPr/>
          <p:nvPr/>
        </p:nvSpPr>
        <p:spPr>
          <a:xfrm>
            <a:off x="4297680" y="1371600"/>
            <a:ext cx="3566160" cy="1828800"/>
          </a:xfrm>
          <a:prstGeom prst="roundRect">
            <a:avLst>
              <a:gd name="adj" fmla="val 4000"/>
            </a:avLst>
          </a:prstGeom>
          <a:solidFill>
            <a:srgbClr val="F2F5F4"/>
          </a:solidFill>
          <a:ln w="12700">
            <a:solidFill>
              <a:srgbClr val="D5DCDA"/>
            </a:solidFill>
            <a:prstDash val="solid"/>
          </a:ln>
        </p:spPr>
        <p:txBody>
          <a:bodyPr/>
          <a:lstStyle/>
          <a:p>
            <a:endParaRPr lang="en-US"/>
          </a:p>
        </p:txBody>
      </p:sp>
      <p:sp>
        <p:nvSpPr>
          <p:cNvPr id="8" name="Text 5"/>
          <p:cNvSpPr txBox="1"/>
          <p:nvPr/>
        </p:nvSpPr>
        <p:spPr>
          <a:xfrm>
            <a:off x="4526280" y="1554480"/>
            <a:ext cx="3154680" cy="457200"/>
          </a:xfrm>
          <a:prstGeom prst="rect">
            <a:avLst/>
          </a:prstGeom>
          <a:noFill/>
          <a:ln/>
        </p:spPr>
        <p:txBody>
          <a:bodyPr wrap="square" lIns="0" tIns="0" rIns="0" bIns="0" rtlCol="0" anchor="ctr"/>
          <a:lstStyle/>
          <a:p>
            <a:pPr marL="0" indent="0">
              <a:buNone/>
            </a:pPr>
            <a:r>
              <a:rPr lang="en-US" sz="1800" b="1" dirty="0">
                <a:solidFill>
                  <a:srgbClr val="111111"/>
                </a:solidFill>
              </a:rPr>
              <a:t>Stays on your computer</a:t>
            </a:r>
            <a:endParaRPr lang="en-US" sz="1800" dirty="0"/>
          </a:p>
        </p:txBody>
      </p:sp>
      <p:sp>
        <p:nvSpPr>
          <p:cNvPr id="9" name="Text 6"/>
          <p:cNvSpPr txBox="1"/>
          <p:nvPr/>
        </p:nvSpPr>
        <p:spPr>
          <a:xfrm>
            <a:off x="4526280" y="1993392"/>
            <a:ext cx="3154680" cy="1051560"/>
          </a:xfrm>
          <a:prstGeom prst="rect">
            <a:avLst/>
          </a:prstGeom>
          <a:noFill/>
          <a:ln/>
        </p:spPr>
        <p:txBody>
          <a:bodyPr wrap="square" lIns="0" tIns="0" rIns="0" bIns="0" rtlCol="0" anchor="t"/>
          <a:lstStyle/>
          <a:p>
            <a:pPr marL="0" indent="0">
              <a:buNone/>
            </a:pPr>
            <a:r>
              <a:rPr lang="en-US" sz="1400" dirty="0">
                <a:solidFill>
                  <a:srgbClr val="45484D"/>
                </a:solidFill>
              </a:rPr>
              <a:t>Your recordings, projects and videos, in %USERPROFILE%\RealMeStudio. Updates never touch it.</a:t>
            </a:r>
            <a:endParaRPr lang="en-US" sz="1400" dirty="0"/>
          </a:p>
        </p:txBody>
      </p:sp>
      <p:sp>
        <p:nvSpPr>
          <p:cNvPr id="10" name="Shape 7"/>
          <p:cNvSpPr/>
          <p:nvPr/>
        </p:nvSpPr>
        <p:spPr>
          <a:xfrm>
            <a:off x="8046720" y="1371600"/>
            <a:ext cx="3566160" cy="1828800"/>
          </a:xfrm>
          <a:prstGeom prst="roundRect">
            <a:avLst>
              <a:gd name="adj" fmla="val 4000"/>
            </a:avLst>
          </a:prstGeom>
          <a:solidFill>
            <a:srgbClr val="E8F3F1"/>
          </a:solidFill>
          <a:ln w="12700">
            <a:solidFill>
              <a:srgbClr val="0D6A62"/>
            </a:solidFill>
            <a:prstDash val="solid"/>
          </a:ln>
        </p:spPr>
        <p:txBody>
          <a:bodyPr/>
          <a:lstStyle/>
          <a:p>
            <a:endParaRPr lang="en-US"/>
          </a:p>
        </p:txBody>
      </p:sp>
      <p:sp>
        <p:nvSpPr>
          <p:cNvPr id="11" name="Text 8"/>
          <p:cNvSpPr txBox="1"/>
          <p:nvPr/>
        </p:nvSpPr>
        <p:spPr>
          <a:xfrm>
            <a:off x="8275320" y="1554480"/>
            <a:ext cx="3154680" cy="457200"/>
          </a:xfrm>
          <a:prstGeom prst="rect">
            <a:avLst/>
          </a:prstGeom>
          <a:noFill/>
          <a:ln/>
        </p:spPr>
        <p:txBody>
          <a:bodyPr wrap="square" lIns="0" tIns="0" rIns="0" bIns="0" rtlCol="0" anchor="ctr"/>
          <a:lstStyle/>
          <a:p>
            <a:pPr marL="0" indent="0">
              <a:buNone/>
            </a:pPr>
            <a:r>
              <a:rPr lang="en-US" sz="1800" b="1" dirty="0">
                <a:solidFill>
                  <a:srgbClr val="111111"/>
                </a:solidFill>
              </a:rPr>
              <a:t>Tell your students</a:t>
            </a:r>
            <a:endParaRPr lang="en-US" sz="1800" dirty="0"/>
          </a:p>
        </p:txBody>
      </p:sp>
      <p:sp>
        <p:nvSpPr>
          <p:cNvPr id="12" name="Text 9"/>
          <p:cNvSpPr txBox="1"/>
          <p:nvPr/>
        </p:nvSpPr>
        <p:spPr>
          <a:xfrm>
            <a:off x="8275320" y="1993392"/>
            <a:ext cx="3154680" cy="1051560"/>
          </a:xfrm>
          <a:prstGeom prst="rect">
            <a:avLst/>
          </a:prstGeom>
          <a:noFill/>
          <a:ln/>
        </p:spPr>
        <p:txBody>
          <a:bodyPr wrap="square" lIns="0" tIns="0" rIns="0" bIns="0" rtlCol="0" anchor="t"/>
          <a:lstStyle/>
          <a:p>
            <a:pPr marL="0" indent="0">
              <a:buNone/>
            </a:pPr>
            <a:r>
              <a:rPr lang="en-US" sz="1400" dirty="0">
                <a:solidFill>
                  <a:srgbClr val="45484D"/>
                </a:solidFill>
              </a:rPr>
              <a:t>Twin Setup holds a short spoken disclosure. Say it in the first ten seconds of every lecture.</a:t>
            </a:r>
            <a:endParaRPr lang="en-US" sz="1400" dirty="0"/>
          </a:p>
        </p:txBody>
      </p:sp>
      <p:sp>
        <p:nvSpPr>
          <p:cNvPr id="13" name="Text 10"/>
          <p:cNvSpPr txBox="1"/>
          <p:nvPr/>
        </p:nvSpPr>
        <p:spPr>
          <a:xfrm>
            <a:off x="548640" y="3520439"/>
            <a:ext cx="11064240" cy="1005839"/>
          </a:xfrm>
          <a:prstGeom prst="rect">
            <a:avLst/>
          </a:prstGeom>
          <a:noFill/>
          <a:ln/>
        </p:spPr>
        <p:txBody>
          <a:bodyPr wrap="square" lIns="0" tIns="0" rIns="0" bIns="0" rtlCol="0" anchor="ctr"/>
          <a:lstStyle/>
          <a:p>
            <a:pPr marL="0" indent="0">
              <a:buNone/>
            </a:pPr>
            <a:r>
              <a:rPr lang="en-US" sz="1600" b="1" dirty="0">
                <a:solidFill>
                  <a:srgbClr val="111111"/>
                </a:solidFill>
              </a:rPr>
              <a:t>Prefer to pay nothing?  </a:t>
            </a:r>
            <a:r>
              <a:rPr lang="en-US" sz="1600" dirty="0">
                <a:solidFill>
                  <a:srgbClr val="111111"/>
                </a:solidFill>
              </a:rPr>
              <a:t>Use </a:t>
            </a:r>
            <a:r>
              <a:rPr lang="en-US" sz="1600" b="1" dirty="0">
                <a:solidFill>
                  <a:srgbClr val="111111"/>
                </a:solidFill>
              </a:rPr>
              <a:t>realme-qwen3cpp</a:t>
            </a:r>
            <a:r>
              <a:rPr lang="en-US" sz="1600" dirty="0">
                <a:solidFill>
                  <a:srgbClr val="45484D"/>
                </a:solidFill>
              </a:rPr>
              <a:t>, the free local clone engine (ask Xinhua Yu, the RealMe developer), records at no cost and keeps even the narration on your computer — only a little bit slow (one hour lecture takes about 40 minutes to record). The draft voices cost nothing at all.</a:t>
            </a:r>
            <a:endParaRPr lang="en-US" sz="1600" dirty="0"/>
          </a:p>
        </p:txBody>
      </p:sp>
      <p:sp>
        <p:nvSpPr>
          <p:cNvPr id="14" name="Shape 11"/>
          <p:cNvSpPr/>
          <p:nvPr/>
        </p:nvSpPr>
        <p:spPr>
          <a:xfrm>
            <a:off x="548640" y="4526280"/>
            <a:ext cx="73152" cy="1005840"/>
          </a:xfrm>
          <a:prstGeom prst="rect">
            <a:avLst/>
          </a:prstGeom>
          <a:solidFill>
            <a:srgbClr val="0D6A62"/>
          </a:solidFill>
          <a:ln/>
        </p:spPr>
        <p:txBody>
          <a:bodyPr/>
          <a:lstStyle/>
          <a:p>
            <a:endParaRPr lang="en-US"/>
          </a:p>
        </p:txBody>
      </p:sp>
      <p:sp>
        <p:nvSpPr>
          <p:cNvPr id="15" name="Text 12"/>
          <p:cNvSpPr txBox="1"/>
          <p:nvPr/>
        </p:nvSpPr>
        <p:spPr>
          <a:xfrm>
            <a:off x="777240" y="4526280"/>
            <a:ext cx="10789920" cy="1005840"/>
          </a:xfrm>
          <a:prstGeom prst="rect">
            <a:avLst/>
          </a:prstGeom>
          <a:noFill/>
          <a:ln/>
        </p:spPr>
        <p:txBody>
          <a:bodyPr wrap="square" lIns="0" tIns="0" rIns="0" bIns="0" rtlCol="0" anchor="ctr"/>
          <a:lstStyle/>
          <a:p>
            <a:pPr marL="0" indent="0">
              <a:buNone/>
            </a:pPr>
            <a:r>
              <a:rPr lang="en-US" sz="1900" i="1" dirty="0">
                <a:solidFill>
                  <a:srgbClr val="111111"/>
                </a:solidFill>
                <a:latin typeface="Cambria" pitchFamily="34" charset="0"/>
                <a:ea typeface="Cambria" pitchFamily="34" charset="-122"/>
                <a:cs typeface="Cambria" pitchFamily="34" charset="-120"/>
              </a:rPr>
              <a:t>“This lecture was narrated with a synthetic voice model of the instructor, from a script the instructor wrote and approved.”</a:t>
            </a:r>
            <a:endParaRPr lang="en-US" sz="19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8F9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731520" y="640080"/>
            <a:ext cx="10058400" cy="8229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Where to go from here</a:t>
            </a:r>
            <a:endParaRPr lang="en-US" sz="3800" dirty="0"/>
          </a:p>
        </p:txBody>
      </p:sp>
      <p:sp>
        <p:nvSpPr>
          <p:cNvPr id="4" name="Shape 1"/>
          <p:cNvSpPr/>
          <p:nvPr/>
        </p:nvSpPr>
        <p:spPr>
          <a:xfrm>
            <a:off x="731520" y="1920240"/>
            <a:ext cx="1737360" cy="1005840"/>
          </a:xfrm>
          <a:prstGeom prst="roundRect">
            <a:avLst>
              <a:gd name="adj" fmla="val 7273"/>
            </a:avLst>
          </a:prstGeom>
          <a:solidFill>
            <a:srgbClr val="1C3532"/>
          </a:solidFill>
          <a:ln w="12700">
            <a:solidFill>
              <a:srgbClr val="6FD3C2"/>
            </a:solidFill>
            <a:prstDash val="solid"/>
          </a:ln>
        </p:spPr>
        <p:txBody>
          <a:bodyPr/>
          <a:lstStyle/>
          <a:p>
            <a:endParaRPr/>
          </a:p>
        </p:txBody>
      </p:sp>
      <p:sp>
        <p:nvSpPr>
          <p:cNvPr id="5" name="Text 2"/>
          <p:cNvSpPr txBox="1"/>
          <p:nvPr/>
        </p:nvSpPr>
        <p:spPr>
          <a:xfrm>
            <a:off x="731520" y="1920240"/>
            <a:ext cx="1737360" cy="1005840"/>
          </a:xfrm>
          <a:prstGeom prst="rect">
            <a:avLst/>
          </a:prstGeom>
          <a:noFill/>
          <a:ln/>
        </p:spPr>
        <p:txBody>
          <a:bodyPr wrap="square" lIns="0" tIns="0" rIns="0" bIns="0" rtlCol="0" anchor="ctr"/>
          <a:lstStyle/>
          <a:p>
            <a:pPr marL="0" indent="0" algn="ctr">
              <a:buNone/>
            </a:pPr>
            <a:r>
              <a:rPr lang="en-US" sz="2000" b="1" dirty="0">
                <a:solidFill>
                  <a:srgbClr val="6FD3C2"/>
                </a:solidFill>
              </a:rPr>
              <a:t>1</a:t>
            </a:r>
            <a:endParaRPr lang="en-US" sz="2000" dirty="0"/>
          </a:p>
          <a:p>
            <a:pPr marL="0" indent="0" algn="ctr">
              <a:buNone/>
            </a:pPr>
            <a:r>
              <a:rPr lang="en-US" sz="1500" b="1" dirty="0">
                <a:solidFill>
                  <a:srgbClr val="FFFFFF"/>
                </a:solidFill>
              </a:rPr>
              <a:t>Install</a:t>
            </a:r>
            <a:endParaRPr lang="en-US" sz="2000" dirty="0"/>
          </a:p>
        </p:txBody>
      </p:sp>
      <p:sp>
        <p:nvSpPr>
          <p:cNvPr id="6" name="Shape 3"/>
          <p:cNvSpPr/>
          <p:nvPr/>
        </p:nvSpPr>
        <p:spPr>
          <a:xfrm>
            <a:off x="2578608" y="1920240"/>
            <a:ext cx="1737360" cy="1005840"/>
          </a:xfrm>
          <a:prstGeom prst="roundRect">
            <a:avLst>
              <a:gd name="adj" fmla="val 7273"/>
            </a:avLst>
          </a:prstGeom>
          <a:solidFill>
            <a:srgbClr val="1C3532"/>
          </a:solidFill>
          <a:ln w="12700">
            <a:solidFill>
              <a:srgbClr val="6FD3C2"/>
            </a:solidFill>
            <a:prstDash val="solid"/>
          </a:ln>
        </p:spPr>
        <p:txBody>
          <a:bodyPr/>
          <a:lstStyle/>
          <a:p>
            <a:endParaRPr/>
          </a:p>
        </p:txBody>
      </p:sp>
      <p:sp>
        <p:nvSpPr>
          <p:cNvPr id="7" name="Text 4"/>
          <p:cNvSpPr txBox="1"/>
          <p:nvPr/>
        </p:nvSpPr>
        <p:spPr>
          <a:xfrm>
            <a:off x="2578608" y="1920240"/>
            <a:ext cx="1737360" cy="1005840"/>
          </a:xfrm>
          <a:prstGeom prst="rect">
            <a:avLst/>
          </a:prstGeom>
          <a:noFill/>
          <a:ln/>
        </p:spPr>
        <p:txBody>
          <a:bodyPr wrap="square" lIns="0" tIns="0" rIns="0" bIns="0" rtlCol="0" anchor="ctr"/>
          <a:lstStyle/>
          <a:p>
            <a:pPr marL="0" indent="0" algn="ctr">
              <a:buNone/>
            </a:pPr>
            <a:r>
              <a:rPr lang="en-US" sz="2000" b="1" dirty="0">
                <a:solidFill>
                  <a:srgbClr val="6FD3C2"/>
                </a:solidFill>
              </a:rPr>
              <a:t>2</a:t>
            </a:r>
            <a:endParaRPr lang="en-US" sz="2000" dirty="0"/>
          </a:p>
          <a:p>
            <a:pPr marL="0" indent="0" algn="ctr">
              <a:buNone/>
            </a:pPr>
            <a:r>
              <a:rPr lang="en-US" sz="1500" b="1" dirty="0">
                <a:solidFill>
                  <a:srgbClr val="FFFFFF"/>
                </a:solidFill>
              </a:rPr>
              <a:t>Record your voice</a:t>
            </a:r>
            <a:endParaRPr lang="en-US" sz="2000" dirty="0"/>
          </a:p>
        </p:txBody>
      </p:sp>
      <p:sp>
        <p:nvSpPr>
          <p:cNvPr id="8" name="Shape 5"/>
          <p:cNvSpPr/>
          <p:nvPr/>
        </p:nvSpPr>
        <p:spPr>
          <a:xfrm>
            <a:off x="4425696" y="1920240"/>
            <a:ext cx="1737360" cy="1005840"/>
          </a:xfrm>
          <a:prstGeom prst="roundRect">
            <a:avLst>
              <a:gd name="adj" fmla="val 7273"/>
            </a:avLst>
          </a:prstGeom>
          <a:solidFill>
            <a:srgbClr val="1C3532"/>
          </a:solidFill>
          <a:ln w="12700">
            <a:solidFill>
              <a:srgbClr val="6FD3C2"/>
            </a:solidFill>
            <a:prstDash val="solid"/>
          </a:ln>
        </p:spPr>
        <p:txBody>
          <a:bodyPr/>
          <a:lstStyle/>
          <a:p>
            <a:endParaRPr/>
          </a:p>
        </p:txBody>
      </p:sp>
      <p:sp>
        <p:nvSpPr>
          <p:cNvPr id="9" name="Text 6"/>
          <p:cNvSpPr txBox="1"/>
          <p:nvPr/>
        </p:nvSpPr>
        <p:spPr>
          <a:xfrm>
            <a:off x="4425696" y="1920240"/>
            <a:ext cx="1737360" cy="1005840"/>
          </a:xfrm>
          <a:prstGeom prst="rect">
            <a:avLst/>
          </a:prstGeom>
          <a:noFill/>
          <a:ln/>
        </p:spPr>
        <p:txBody>
          <a:bodyPr wrap="square" lIns="0" tIns="0" rIns="0" bIns="0" rtlCol="0" anchor="ctr"/>
          <a:lstStyle/>
          <a:p>
            <a:pPr marL="0" indent="0" algn="ctr">
              <a:buNone/>
            </a:pPr>
            <a:r>
              <a:rPr lang="en-US" sz="2000" b="1" dirty="0">
                <a:solidFill>
                  <a:srgbClr val="6FD3C2"/>
                </a:solidFill>
              </a:rPr>
              <a:t>3</a:t>
            </a:r>
            <a:endParaRPr lang="en-US" sz="2000" dirty="0"/>
          </a:p>
          <a:p>
            <a:pPr marL="0" indent="0" algn="ctr">
              <a:buNone/>
            </a:pPr>
            <a:r>
              <a:rPr lang="en-US" sz="1500" b="1" dirty="0">
                <a:solidFill>
                  <a:srgbClr val="FFFFFF"/>
                </a:solidFill>
              </a:rPr>
              <a:t>Draft</a:t>
            </a:r>
            <a:endParaRPr lang="en-US" sz="2000" dirty="0"/>
          </a:p>
        </p:txBody>
      </p:sp>
      <p:sp>
        <p:nvSpPr>
          <p:cNvPr id="10" name="Shape 7"/>
          <p:cNvSpPr/>
          <p:nvPr/>
        </p:nvSpPr>
        <p:spPr>
          <a:xfrm>
            <a:off x="6272784" y="1920240"/>
            <a:ext cx="1737360" cy="1005840"/>
          </a:xfrm>
          <a:prstGeom prst="roundRect">
            <a:avLst>
              <a:gd name="adj" fmla="val 7273"/>
            </a:avLst>
          </a:prstGeom>
          <a:solidFill>
            <a:srgbClr val="1C3532"/>
          </a:solidFill>
          <a:ln w="12700">
            <a:solidFill>
              <a:srgbClr val="6FD3C2"/>
            </a:solidFill>
            <a:prstDash val="solid"/>
          </a:ln>
        </p:spPr>
        <p:txBody>
          <a:bodyPr/>
          <a:lstStyle/>
          <a:p>
            <a:endParaRPr/>
          </a:p>
        </p:txBody>
      </p:sp>
      <p:sp>
        <p:nvSpPr>
          <p:cNvPr id="11" name="Text 8"/>
          <p:cNvSpPr txBox="1"/>
          <p:nvPr/>
        </p:nvSpPr>
        <p:spPr>
          <a:xfrm>
            <a:off x="6272784" y="1920240"/>
            <a:ext cx="1737360" cy="1005840"/>
          </a:xfrm>
          <a:prstGeom prst="rect">
            <a:avLst/>
          </a:prstGeom>
          <a:noFill/>
          <a:ln/>
        </p:spPr>
        <p:txBody>
          <a:bodyPr wrap="square" lIns="0" tIns="0" rIns="0" bIns="0" rtlCol="0" anchor="ctr"/>
          <a:lstStyle/>
          <a:p>
            <a:pPr marL="0" indent="0" algn="ctr">
              <a:buNone/>
            </a:pPr>
            <a:r>
              <a:rPr lang="en-US" sz="2000" b="1" dirty="0">
                <a:solidFill>
                  <a:srgbClr val="6FD3C2"/>
                </a:solidFill>
              </a:rPr>
              <a:t>4</a:t>
            </a:r>
            <a:endParaRPr lang="en-US" sz="2000" dirty="0"/>
          </a:p>
          <a:p>
            <a:pPr marL="0" indent="0" algn="ctr">
              <a:buNone/>
            </a:pPr>
            <a:r>
              <a:rPr lang="en-US" sz="1500" b="1" dirty="0">
                <a:solidFill>
                  <a:srgbClr val="FFFFFF"/>
                </a:solidFill>
              </a:rPr>
              <a:t>Read &amp; fix</a:t>
            </a:r>
            <a:endParaRPr lang="en-US" sz="2000" dirty="0"/>
          </a:p>
        </p:txBody>
      </p:sp>
      <p:sp>
        <p:nvSpPr>
          <p:cNvPr id="12" name="Shape 9"/>
          <p:cNvSpPr/>
          <p:nvPr/>
        </p:nvSpPr>
        <p:spPr>
          <a:xfrm>
            <a:off x="8119872" y="1920240"/>
            <a:ext cx="1737360" cy="1005840"/>
          </a:xfrm>
          <a:prstGeom prst="roundRect">
            <a:avLst>
              <a:gd name="adj" fmla="val 7273"/>
            </a:avLst>
          </a:prstGeom>
          <a:solidFill>
            <a:srgbClr val="1C3532"/>
          </a:solidFill>
          <a:ln w="12700">
            <a:solidFill>
              <a:srgbClr val="6FD3C2"/>
            </a:solidFill>
            <a:prstDash val="solid"/>
          </a:ln>
        </p:spPr>
        <p:txBody>
          <a:bodyPr/>
          <a:lstStyle/>
          <a:p>
            <a:endParaRPr/>
          </a:p>
        </p:txBody>
      </p:sp>
      <p:sp>
        <p:nvSpPr>
          <p:cNvPr id="13" name="Text 10"/>
          <p:cNvSpPr txBox="1"/>
          <p:nvPr/>
        </p:nvSpPr>
        <p:spPr>
          <a:xfrm>
            <a:off x="8119872" y="1920240"/>
            <a:ext cx="1737360" cy="1005840"/>
          </a:xfrm>
          <a:prstGeom prst="rect">
            <a:avLst/>
          </a:prstGeom>
          <a:noFill/>
          <a:ln/>
        </p:spPr>
        <p:txBody>
          <a:bodyPr wrap="square" lIns="0" tIns="0" rIns="0" bIns="0" rtlCol="0" anchor="ctr"/>
          <a:lstStyle/>
          <a:p>
            <a:pPr marL="0" indent="0" algn="ctr">
              <a:buNone/>
            </a:pPr>
            <a:r>
              <a:rPr lang="en-US" sz="2000" b="1" dirty="0">
                <a:solidFill>
                  <a:srgbClr val="6FD3C2"/>
                </a:solidFill>
              </a:rPr>
              <a:t>5</a:t>
            </a:r>
            <a:endParaRPr lang="en-US" sz="2000" dirty="0"/>
          </a:p>
          <a:p>
            <a:pPr marL="0" indent="0" algn="ctr">
              <a:buNone/>
            </a:pPr>
            <a:r>
              <a:rPr lang="en-US" sz="1500" b="1" dirty="0">
                <a:solidFill>
                  <a:srgbClr val="FFFFFF"/>
                </a:solidFill>
              </a:rPr>
              <a:t>Hear a line</a:t>
            </a:r>
            <a:endParaRPr lang="en-US" sz="2000" dirty="0"/>
          </a:p>
        </p:txBody>
      </p:sp>
      <p:sp>
        <p:nvSpPr>
          <p:cNvPr id="14" name="Shape 11"/>
          <p:cNvSpPr/>
          <p:nvPr/>
        </p:nvSpPr>
        <p:spPr>
          <a:xfrm>
            <a:off x="9966960" y="1920240"/>
            <a:ext cx="1737360" cy="1005840"/>
          </a:xfrm>
          <a:prstGeom prst="roundRect">
            <a:avLst>
              <a:gd name="adj" fmla="val 7273"/>
            </a:avLst>
          </a:prstGeom>
          <a:solidFill>
            <a:srgbClr val="1C3532"/>
          </a:solidFill>
          <a:ln w="12700">
            <a:solidFill>
              <a:srgbClr val="6FD3C2"/>
            </a:solidFill>
            <a:prstDash val="solid"/>
          </a:ln>
        </p:spPr>
        <p:txBody>
          <a:bodyPr/>
          <a:lstStyle/>
          <a:p>
            <a:endParaRPr/>
          </a:p>
        </p:txBody>
      </p:sp>
      <p:sp>
        <p:nvSpPr>
          <p:cNvPr id="15" name="Text 12"/>
          <p:cNvSpPr txBox="1"/>
          <p:nvPr/>
        </p:nvSpPr>
        <p:spPr>
          <a:xfrm>
            <a:off x="9966960" y="1920240"/>
            <a:ext cx="1737360" cy="1005840"/>
          </a:xfrm>
          <a:prstGeom prst="rect">
            <a:avLst/>
          </a:prstGeom>
          <a:noFill/>
          <a:ln/>
        </p:spPr>
        <p:txBody>
          <a:bodyPr wrap="square" lIns="0" tIns="0" rIns="0" bIns="0" rtlCol="0" anchor="ctr"/>
          <a:lstStyle/>
          <a:p>
            <a:pPr marL="0" indent="0" algn="ctr">
              <a:buNone/>
            </a:pPr>
            <a:r>
              <a:rPr lang="en-US" sz="2000" b="1" dirty="0">
                <a:solidFill>
                  <a:srgbClr val="6FD3C2"/>
                </a:solidFill>
              </a:rPr>
              <a:t>6</a:t>
            </a:r>
            <a:endParaRPr lang="en-US" sz="2000" dirty="0"/>
          </a:p>
          <a:p>
            <a:pPr marL="0" indent="0" algn="ctr">
              <a:buNone/>
            </a:pPr>
            <a:r>
              <a:rPr lang="en-US" sz="1500" b="1" dirty="0">
                <a:solidFill>
                  <a:srgbClr val="FFFFFF"/>
                </a:solidFill>
              </a:rPr>
              <a:t>Render</a:t>
            </a:r>
            <a:endParaRPr lang="en-US" sz="2000" dirty="0"/>
          </a:p>
        </p:txBody>
      </p:sp>
      <p:sp>
        <p:nvSpPr>
          <p:cNvPr id="16" name="Text 13"/>
          <p:cNvSpPr txBox="1"/>
          <p:nvPr/>
        </p:nvSpPr>
        <p:spPr>
          <a:xfrm>
            <a:off x="731520" y="3291840"/>
            <a:ext cx="10515600" cy="1920240"/>
          </a:xfrm>
          <a:prstGeom prst="rect">
            <a:avLst/>
          </a:prstGeom>
          <a:noFill/>
          <a:ln/>
        </p:spPr>
        <p:txBody>
          <a:bodyPr wrap="square" lIns="0" tIns="0" rIns="0" bIns="0" rtlCol="0" anchor="ctr"/>
          <a:lstStyle/>
          <a:p>
            <a:pPr marL="0" indent="0">
              <a:spcAft>
                <a:spcPts val="800"/>
              </a:spcAft>
              <a:buNone/>
            </a:pPr>
            <a:r>
              <a:rPr lang="en-US" sz="1800" b="1" dirty="0">
                <a:solidFill>
                  <a:srgbClr val="6FD3C2"/>
                </a:solidFill>
              </a:rPr>
              <a:t>Help tab</a:t>
            </a:r>
            <a:r>
              <a:rPr lang="en-US" sz="1800" dirty="0">
                <a:solidFill>
                  <a:srgbClr val="A2BEB9"/>
                </a:solidFill>
              </a:rPr>
              <a:t> inside the Studio covers every screen.</a:t>
            </a:r>
            <a:endParaRPr lang="en-US" sz="1800" dirty="0"/>
          </a:p>
          <a:p>
            <a:pPr marL="0" indent="0">
              <a:spcAft>
                <a:spcPts val="800"/>
              </a:spcAft>
              <a:buNone/>
            </a:pPr>
            <a:r>
              <a:rPr lang="en-US" sz="1800" b="1" dirty="0">
                <a:solidFill>
                  <a:srgbClr val="6FD3C2"/>
                </a:solidFill>
              </a:rPr>
              <a:t>START_HERE.md</a:t>
            </a:r>
            <a:r>
              <a:rPr lang="en-US" sz="1800" dirty="0">
                <a:solidFill>
                  <a:srgbClr val="A2BEB9"/>
                </a:solidFill>
              </a:rPr>
              <a:t> in the RealMe folder is the full guide.</a:t>
            </a:r>
            <a:endParaRPr lang="en-US" sz="1800" dirty="0"/>
          </a:p>
          <a:p>
            <a:pPr marL="0" indent="0">
              <a:spcAft>
                <a:spcPts val="800"/>
              </a:spcAft>
              <a:buNone/>
            </a:pPr>
            <a:r>
              <a:rPr lang="en-US" sz="1800" b="1" dirty="0">
                <a:solidFill>
                  <a:srgbClr val="6FD3C2"/>
                </a:solidFill>
              </a:rPr>
              <a:t>%USERPROFILE%\RealMeStudio</a:t>
            </a:r>
            <a:r>
              <a:rPr lang="en-US" sz="1800" dirty="0">
                <a:solidFill>
                  <a:srgbClr val="A2BEB9"/>
                </a:solidFill>
              </a:rPr>
              <a:t> holds your material; updates never touch it.</a:t>
            </a:r>
            <a:endParaRPr lang="en-US" sz="1800" dirty="0"/>
          </a:p>
          <a:p>
            <a:pPr marL="0" indent="0">
              <a:spcAft>
                <a:spcPts val="800"/>
              </a:spcAft>
              <a:buNone/>
            </a:pPr>
            <a:r>
              <a:rPr lang="en-US" sz="1800" b="1" dirty="0">
                <a:solidFill>
                  <a:srgbClr val="6FD3C2"/>
                </a:solidFill>
              </a:rPr>
              <a:t>Stuck?</a:t>
            </a:r>
            <a:r>
              <a:rPr lang="en-US" sz="1800" dirty="0">
                <a:solidFill>
                  <a:srgbClr val="A2BEB9"/>
                </a:solidFill>
              </a:rPr>
              <a:t> Ask Xinhua Yu, the RealMe developer.</a:t>
            </a:r>
            <a:endParaRPr lang="en-US" sz="1800" dirty="0"/>
          </a:p>
        </p:txBody>
      </p:sp>
      <p:sp>
        <p:nvSpPr>
          <p:cNvPr id="17" name="Text 14"/>
          <p:cNvSpPr txBox="1"/>
          <p:nvPr/>
        </p:nvSpPr>
        <p:spPr>
          <a:xfrm>
            <a:off x="731520" y="5394960"/>
            <a:ext cx="10515600" cy="548640"/>
          </a:xfrm>
          <a:prstGeom prst="rect">
            <a:avLst/>
          </a:prstGeom>
          <a:noFill/>
          <a:ln/>
        </p:spPr>
        <p:txBody>
          <a:bodyPr wrap="square" lIns="0" tIns="0" rIns="0" bIns="0" rtlCol="0" anchor="ctr"/>
          <a:lstStyle/>
          <a:p>
            <a:pPr marL="0" indent="0">
              <a:buNone/>
            </a:pPr>
            <a:r>
              <a:rPr lang="en-US" sz="2200" i="1" dirty="0">
                <a:solidFill>
                  <a:srgbClr val="FFFFFF"/>
                </a:solidFill>
              </a:rPr>
              <a:t>Start with a short deck — five or six slides — and listen.</a:t>
            </a:r>
            <a:endParaRPr lang="en-US" sz="2200" dirty="0"/>
          </a:p>
        </p:txBody>
      </p:sp>
    </p:spTree>
  </p:cSld>
  <p:clrMapOvr>
    <a:masterClrMapping/>
  </p:clrMapOvr>
</p:sld>
</file>

<file path=ppt/theme/theme1.xml><?xml version="1.0" encoding="utf-8"?>
<a:theme xmlns:a="http://schemas.openxmlformats.org/drawingml/2006/main" name="RealMe Guide">
  <a:themeElements>
    <a:clrScheme name="RealMe Guide">
      <a:dk1>
        <a:srgbClr val="111111"/>
      </a:dk1>
      <a:lt1>
        <a:srgbClr val="FFFFFF"/>
      </a:lt1>
      <a:dk2>
        <a:srgbClr val="11201F"/>
      </a:dk2>
      <a:lt2>
        <a:srgbClr val="F2F5F4"/>
      </a:lt2>
      <a:accent1>
        <a:srgbClr val="0D6A62"/>
      </a:accent1>
      <a:accent2>
        <a:srgbClr val="2B44B8"/>
      </a:accent2>
      <a:accent3>
        <a:srgbClr val="6FD3C2"/>
      </a:accent3>
      <a:accent4>
        <a:srgbClr val="C2782B"/>
      </a:accent4>
      <a:accent5>
        <a:srgbClr val="45484D"/>
      </a:accent5>
      <a:accent6>
        <a:srgbClr val="A2BEB9"/>
      </a:accent6>
      <a:hlink>
        <a:srgbClr val="2B44B8"/>
      </a:hlink>
      <a:folHlink>
        <a:srgbClr val="0D6A62"/>
      </a:folHlink>
    </a:clrScheme>
    <a:fontScheme name="RealMe Gui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4321</Words>
  <Application>Microsoft Office PowerPoint</Application>
  <PresentationFormat>Widescreen</PresentationFormat>
  <Paragraphs>242</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Consolas</vt:lpstr>
      <vt:lpstr>RealMe Guide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RealMe Studio guide, v4</dc:title>
  <dc:subject>PptxGenJS Presentation</dc:subject>
  <dc:creator>RealMe</dc:creator>
  <cp:lastModifiedBy>xinhua yu</cp:lastModifiedBy>
  <cp:revision>4</cp:revision>
  <dcterms:created xsi:type="dcterms:W3CDTF">2026-10-21T23:22:30Z</dcterms:created>
  <dcterms:modified xsi:type="dcterms:W3CDTF">2026-10-31T00:47:02Z</dcterms:modified>
</cp:coreProperties>
</file>